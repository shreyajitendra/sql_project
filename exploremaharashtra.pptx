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2" r:id="rId1"/>
  </p:sldMasterIdLst>
  <p:sldIdLst>
    <p:sldId id="256" r:id="rId2"/>
    <p:sldId id="262" r:id="rId3"/>
    <p:sldId id="277" r:id="rId4"/>
    <p:sldId id="276" r:id="rId5"/>
    <p:sldId id="278" r:id="rId6"/>
    <p:sldId id="281" r:id="rId7"/>
    <p:sldId id="279" r:id="rId8"/>
    <p:sldId id="280" r:id="rId9"/>
    <p:sldId id="282" r:id="rId10"/>
    <p:sldId id="275" r:id="rId11"/>
    <p:sldId id="257" r:id="rId12"/>
    <p:sldId id="258" r:id="rId13"/>
    <p:sldId id="270" r:id="rId14"/>
    <p:sldId id="259" r:id="rId15"/>
    <p:sldId id="274" r:id="rId16"/>
    <p:sldId id="261" r:id="rId17"/>
    <p:sldId id="264" r:id="rId18"/>
    <p:sldId id="263" r:id="rId19"/>
    <p:sldId id="265" r:id="rId20"/>
    <p:sldId id="267" r:id="rId21"/>
    <p:sldId id="268" r:id="rId22"/>
    <p:sldId id="269" r:id="rId23"/>
    <p:sldId id="271" r:id="rId24"/>
    <p:sldId id="260" r:id="rId25"/>
    <p:sldId id="272" r:id="rId26"/>
    <p:sldId id="273"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p:scale>
          <a:sx n="100" d="100"/>
          <a:sy n="100" d="100"/>
        </p:scale>
        <p:origin x="-77" y="-3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himpi" userId="4594c2d159579850" providerId="LiveId" clId="{8D28E823-1053-41E0-ADE8-5D2668253676}"/>
    <pc:docChg chg="custSel addSld delSld modSld sldOrd">
      <pc:chgData name="Shreya Shimpi" userId="4594c2d159579850" providerId="LiveId" clId="{8D28E823-1053-41E0-ADE8-5D2668253676}" dt="2026-09-07T06:41:30.342" v="2509" actId="1076"/>
      <pc:docMkLst>
        <pc:docMk/>
      </pc:docMkLst>
      <pc:sldChg chg="addSp delSp modSp mod">
        <pc:chgData name="Shreya Shimpi" userId="4594c2d159579850" providerId="LiveId" clId="{8D28E823-1053-41E0-ADE8-5D2668253676}" dt="2026-08-07T12:29:20.768" v="2458" actId="20577"/>
        <pc:sldMkLst>
          <pc:docMk/>
          <pc:sldMk cId="2752209641" sldId="256"/>
        </pc:sldMkLst>
      </pc:sldChg>
      <pc:sldChg chg="addSp delSp modSp mod chgLayout">
        <pc:chgData name="Shreya Shimpi" userId="4594c2d159579850" providerId="LiveId" clId="{8D28E823-1053-41E0-ADE8-5D2668253676}" dt="2026-09-01T14:22:30.890" v="2473" actId="27636"/>
        <pc:sldMkLst>
          <pc:docMk/>
          <pc:sldMk cId="3762953555" sldId="257"/>
        </pc:sldMkLst>
        <pc:spChg chg="mod ord">
          <ac:chgData name="Shreya Shimpi" userId="4594c2d159579850" providerId="LiveId" clId="{8D28E823-1053-41E0-ADE8-5D2668253676}" dt="2026-09-01T14:22:30.890" v="2473" actId="27636"/>
          <ac:spMkLst>
            <pc:docMk/>
            <pc:sldMk cId="3762953555" sldId="257"/>
            <ac:spMk id="3" creationId="{7413CC7B-6504-0073-74B7-97D23AF863DC}"/>
          </ac:spMkLst>
        </pc:spChg>
      </pc:sldChg>
      <pc:sldChg chg="addSp modSp mod">
        <pc:chgData name="Shreya Shimpi" userId="4594c2d159579850" providerId="LiveId" clId="{8D28E823-1053-41E0-ADE8-5D2668253676}" dt="2026-09-01T14:22:50.886" v="2483"/>
        <pc:sldMkLst>
          <pc:docMk/>
          <pc:sldMk cId="3917142995" sldId="258"/>
        </pc:sldMkLst>
        <pc:spChg chg="mod">
          <ac:chgData name="Shreya Shimpi" userId="4594c2d159579850" providerId="LiveId" clId="{8D28E823-1053-41E0-ADE8-5D2668253676}" dt="2026-09-01T14:22:50.886" v="2483"/>
          <ac:spMkLst>
            <pc:docMk/>
            <pc:sldMk cId="3917142995" sldId="258"/>
            <ac:spMk id="2" creationId="{A284126A-D9CC-528C-06D6-78C9408B7751}"/>
          </ac:spMkLst>
        </pc:spChg>
      </pc:sldChg>
      <pc:sldChg chg="addSp modSp mod chgLayout">
        <pc:chgData name="Shreya Shimpi" userId="4594c2d159579850" providerId="LiveId" clId="{8D28E823-1053-41E0-ADE8-5D2668253676}" dt="2026-09-01T14:22:50.886" v="2483"/>
        <pc:sldMkLst>
          <pc:docMk/>
          <pc:sldMk cId="840830230" sldId="259"/>
        </pc:sldMkLst>
        <pc:picChg chg="mod ord">
          <ac:chgData name="Shreya Shimpi" userId="4594c2d159579850" providerId="LiveId" clId="{8D28E823-1053-41E0-ADE8-5D2668253676}" dt="2026-09-01T14:22:50.886" v="2483"/>
          <ac:picMkLst>
            <pc:docMk/>
            <pc:sldMk cId="840830230" sldId="259"/>
            <ac:picMk id="9" creationId="{BC68C33A-92CA-0C68-87EB-6B771F8F8997}"/>
          </ac:picMkLst>
        </pc:picChg>
      </pc:sldChg>
      <pc:sldChg chg="modSp mod">
        <pc:chgData name="Shreya Shimpi" userId="4594c2d159579850" providerId="LiveId" clId="{8D28E823-1053-41E0-ADE8-5D2668253676}" dt="2026-09-01T14:24:47.211" v="2491" actId="113"/>
        <pc:sldMkLst>
          <pc:docMk/>
          <pc:sldMk cId="237982747" sldId="260"/>
        </pc:sldMkLst>
        <pc:spChg chg="mod">
          <ac:chgData name="Shreya Shimpi" userId="4594c2d159579850" providerId="LiveId" clId="{8D28E823-1053-41E0-ADE8-5D2668253676}" dt="2026-09-01T14:22:50.886" v="2483"/>
          <ac:spMkLst>
            <pc:docMk/>
            <pc:sldMk cId="237982747" sldId="260"/>
            <ac:spMk id="2" creationId="{EED34F8B-ACA2-88D7-1A28-DC613F03FF6C}"/>
          </ac:spMkLst>
        </pc:spChg>
        <pc:spChg chg="mod">
          <ac:chgData name="Shreya Shimpi" userId="4594c2d159579850" providerId="LiveId" clId="{8D28E823-1053-41E0-ADE8-5D2668253676}" dt="2026-09-01T14:24:47.211" v="2491" actId="113"/>
          <ac:spMkLst>
            <pc:docMk/>
            <pc:sldMk cId="237982747" sldId="260"/>
            <ac:spMk id="7" creationId="{F90A50F7-CC83-F91B-74AF-38CE0BD1295A}"/>
          </ac:spMkLst>
        </pc:spChg>
      </pc:sldChg>
      <pc:sldChg chg="addSp delSp modSp mod ord modClrScheme chgLayout">
        <pc:chgData name="Shreya Shimpi" userId="4594c2d159579850" providerId="LiveId" clId="{8D28E823-1053-41E0-ADE8-5D2668253676}" dt="2026-09-01T14:22:51.045" v="2484" actId="27636"/>
        <pc:sldMkLst>
          <pc:docMk/>
          <pc:sldMk cId="4171546871" sldId="261"/>
        </pc:sldMkLst>
        <pc:spChg chg="add mod ord">
          <ac:chgData name="Shreya Shimpi" userId="4594c2d159579850" providerId="LiveId" clId="{8D28E823-1053-41E0-ADE8-5D2668253676}" dt="2026-09-01T14:22:51.045" v="2484" actId="27636"/>
          <ac:spMkLst>
            <pc:docMk/>
            <pc:sldMk cId="4171546871" sldId="261"/>
            <ac:spMk id="2" creationId="{FAF021BD-0A5C-44E3-615D-B14103B3EF9D}"/>
          </ac:spMkLst>
        </pc:spChg>
      </pc:sldChg>
      <pc:sldChg chg="addSp delSp modSp mod ord modClrScheme chgLayout">
        <pc:chgData name="Shreya Shimpi" userId="4594c2d159579850" providerId="LiveId" clId="{8D28E823-1053-41E0-ADE8-5D2668253676}" dt="2026-09-07T06:34:47.596" v="2492" actId="1076"/>
        <pc:sldMkLst>
          <pc:docMk/>
          <pc:sldMk cId="1798667318" sldId="262"/>
        </pc:sldMkLst>
        <pc:spChg chg="add mod ord">
          <ac:chgData name="Shreya Shimpi" userId="4594c2d159579850" providerId="LiveId" clId="{8D28E823-1053-41E0-ADE8-5D2668253676}" dt="2026-09-01T14:22:19.909" v="2467" actId="27636"/>
          <ac:spMkLst>
            <pc:docMk/>
            <pc:sldMk cId="1798667318" sldId="262"/>
            <ac:spMk id="2" creationId="{8540ABCC-67A1-C537-4743-2EFF497EE227}"/>
          </ac:spMkLst>
        </pc:spChg>
        <pc:picChg chg="add mod">
          <ac:chgData name="Shreya Shimpi" userId="4594c2d159579850" providerId="LiveId" clId="{8D28E823-1053-41E0-ADE8-5D2668253676}" dt="2026-09-07T06:34:47.596" v="2492" actId="1076"/>
          <ac:picMkLst>
            <pc:docMk/>
            <pc:sldMk cId="1798667318" sldId="262"/>
            <ac:picMk id="3" creationId="{A37CFFC1-7DF3-1D5E-433C-26ABDF919E6F}"/>
          </ac:picMkLst>
        </pc:picChg>
      </pc:sldChg>
      <pc:sldChg chg="addSp delSp modSp mod modClrScheme chgLayout">
        <pc:chgData name="Shreya Shimpi" userId="4594c2d159579850" providerId="LiveId" clId="{8D28E823-1053-41E0-ADE8-5D2668253676}" dt="2026-08-06T10:40:22.781" v="2106" actId="1076"/>
        <pc:sldMkLst>
          <pc:docMk/>
          <pc:sldMk cId="3843185201" sldId="263"/>
        </pc:sldMkLst>
      </pc:sldChg>
      <pc:sldChg chg="addSp delSp modSp mod modClrScheme chgLayout">
        <pc:chgData name="Shreya Shimpi" userId="4594c2d159579850" providerId="LiveId" clId="{8D28E823-1053-41E0-ADE8-5D2668253676}" dt="2026-09-01T14:22:50.886" v="2483"/>
        <pc:sldMkLst>
          <pc:docMk/>
          <pc:sldMk cId="1507169855" sldId="264"/>
        </pc:sldMkLst>
        <pc:spChg chg="add mod">
          <ac:chgData name="Shreya Shimpi" userId="4594c2d159579850" providerId="LiveId" clId="{8D28E823-1053-41E0-ADE8-5D2668253676}" dt="2026-09-01T14:22:50.886" v="2483"/>
          <ac:spMkLst>
            <pc:docMk/>
            <pc:sldMk cId="1507169855" sldId="264"/>
            <ac:spMk id="3" creationId="{0BF051DD-AE64-245E-B79D-195D35E1C78D}"/>
          </ac:spMkLst>
        </pc:spChg>
      </pc:sldChg>
      <pc:sldChg chg="addSp delSp modSp mod modClrScheme chgLayout">
        <pc:chgData name="Shreya Shimpi" userId="4594c2d159579850" providerId="LiveId" clId="{8D28E823-1053-41E0-ADE8-5D2668253676}" dt="2026-09-01T14:22:51.052" v="2485" actId="27636"/>
        <pc:sldMkLst>
          <pc:docMk/>
          <pc:sldMk cId="19773100" sldId="265"/>
        </pc:sldMkLst>
        <pc:spChg chg="add mod ord">
          <ac:chgData name="Shreya Shimpi" userId="4594c2d159579850" providerId="LiveId" clId="{8D28E823-1053-41E0-ADE8-5D2668253676}" dt="2026-09-01T14:22:51.052" v="2485" actId="27636"/>
          <ac:spMkLst>
            <pc:docMk/>
            <pc:sldMk cId="19773100" sldId="265"/>
            <ac:spMk id="2" creationId="{6EC59B72-0F8B-F1AA-C8EB-3F6D4AC20F38}"/>
          </ac:spMkLst>
        </pc:spChg>
      </pc:sldChg>
      <pc:sldChg chg="del">
        <pc:chgData name="Shreya Shimpi" userId="4594c2d159579850" providerId="LiveId" clId="{8D28E823-1053-41E0-ADE8-5D2668253676}" dt="2026-08-05T17:39:13.093" v="83" actId="47"/>
        <pc:sldMkLst>
          <pc:docMk/>
          <pc:sldMk cId="3451291711" sldId="266"/>
        </pc:sldMkLst>
      </pc:sldChg>
      <pc:sldChg chg="addSp delSp modSp mod modClrScheme chgLayout">
        <pc:chgData name="Shreya Shimpi" userId="4594c2d159579850" providerId="LiveId" clId="{8D28E823-1053-41E0-ADE8-5D2668253676}" dt="2026-08-06T09:47:28.891" v="2086" actId="1076"/>
        <pc:sldMkLst>
          <pc:docMk/>
          <pc:sldMk cId="3337420695" sldId="267"/>
        </pc:sldMkLst>
      </pc:sldChg>
      <pc:sldChg chg="addSp delSp modSp mod modClrScheme chgLayout">
        <pc:chgData name="Shreya Shimpi" userId="4594c2d159579850" providerId="LiveId" clId="{8D28E823-1053-41E0-ADE8-5D2668253676}" dt="2026-09-01T14:22:51.058" v="2486" actId="27636"/>
        <pc:sldMkLst>
          <pc:docMk/>
          <pc:sldMk cId="2412346172" sldId="268"/>
        </pc:sldMkLst>
        <pc:spChg chg="add mod ord">
          <ac:chgData name="Shreya Shimpi" userId="4594c2d159579850" providerId="LiveId" clId="{8D28E823-1053-41E0-ADE8-5D2668253676}" dt="2026-09-01T14:22:51.058" v="2486" actId="27636"/>
          <ac:spMkLst>
            <pc:docMk/>
            <pc:sldMk cId="2412346172" sldId="268"/>
            <ac:spMk id="2" creationId="{11AEA889-9E86-655D-3925-F760153BF1AF}"/>
          </ac:spMkLst>
        </pc:spChg>
      </pc:sldChg>
      <pc:sldChg chg="addSp delSp modSp mod modClrScheme chgLayout">
        <pc:chgData name="Shreya Shimpi" userId="4594c2d159579850" providerId="LiveId" clId="{8D28E823-1053-41E0-ADE8-5D2668253676}" dt="2026-09-01T14:22:51.063" v="2487" actId="27636"/>
        <pc:sldMkLst>
          <pc:docMk/>
          <pc:sldMk cId="1857102616" sldId="269"/>
        </pc:sldMkLst>
        <pc:spChg chg="add mod ord">
          <ac:chgData name="Shreya Shimpi" userId="4594c2d159579850" providerId="LiveId" clId="{8D28E823-1053-41E0-ADE8-5D2668253676}" dt="2026-09-01T14:22:51.063" v="2487" actId="27636"/>
          <ac:spMkLst>
            <pc:docMk/>
            <pc:sldMk cId="1857102616" sldId="269"/>
            <ac:spMk id="2" creationId="{BBBEAA60-F0CF-C3C8-E8DC-F4CD7B2C403E}"/>
          </ac:spMkLst>
        </pc:spChg>
      </pc:sldChg>
      <pc:sldChg chg="addSp delSp modSp mod ord modClrScheme chgLayout">
        <pc:chgData name="Shreya Shimpi" userId="4594c2d159579850" providerId="LiveId" clId="{8D28E823-1053-41E0-ADE8-5D2668253676}" dt="2026-09-01T14:22:30.901" v="2474" actId="27636"/>
        <pc:sldMkLst>
          <pc:docMk/>
          <pc:sldMk cId="568048005" sldId="270"/>
        </pc:sldMkLst>
        <pc:spChg chg="add mod ord">
          <ac:chgData name="Shreya Shimpi" userId="4594c2d159579850" providerId="LiveId" clId="{8D28E823-1053-41E0-ADE8-5D2668253676}" dt="2026-09-01T14:22:20.249" v="2469" actId="27636"/>
          <ac:spMkLst>
            <pc:docMk/>
            <pc:sldMk cId="568048005" sldId="270"/>
            <ac:spMk id="6" creationId="{2323CBBE-1833-3AEF-EA30-E8067BBEA7AB}"/>
          </ac:spMkLst>
        </pc:spChg>
        <pc:spChg chg="add mod ord">
          <ac:chgData name="Shreya Shimpi" userId="4594c2d159579850" providerId="LiveId" clId="{8D28E823-1053-41E0-ADE8-5D2668253676}" dt="2026-09-01T14:22:30.901" v="2474" actId="27636"/>
          <ac:spMkLst>
            <pc:docMk/>
            <pc:sldMk cId="568048005" sldId="270"/>
            <ac:spMk id="7" creationId="{8D82D459-EB47-D259-9101-3E4D60454A58}"/>
          </ac:spMkLst>
        </pc:spChg>
      </pc:sldChg>
      <pc:sldChg chg="addSp delSp modSp mod modClrScheme chgLayout">
        <pc:chgData name="Shreya Shimpi" userId="4594c2d159579850" providerId="LiveId" clId="{8D28E823-1053-41E0-ADE8-5D2668253676}" dt="2026-09-01T14:22:50.886" v="2483"/>
        <pc:sldMkLst>
          <pc:docMk/>
          <pc:sldMk cId="2633633224" sldId="271"/>
        </pc:sldMkLst>
        <pc:spChg chg="add mod">
          <ac:chgData name="Shreya Shimpi" userId="4594c2d159579850" providerId="LiveId" clId="{8D28E823-1053-41E0-ADE8-5D2668253676}" dt="2026-09-01T14:22:50.886" v="2483"/>
          <ac:spMkLst>
            <pc:docMk/>
            <pc:sldMk cId="2633633224" sldId="271"/>
            <ac:spMk id="3" creationId="{6FC8255A-24A9-097F-A412-1893DC8C547C}"/>
          </ac:spMkLst>
        </pc:spChg>
      </pc:sldChg>
      <pc:sldChg chg="addSp delSp modSp mod modClrScheme chgLayout">
        <pc:chgData name="Shreya Shimpi" userId="4594c2d159579850" providerId="LiveId" clId="{8D28E823-1053-41E0-ADE8-5D2668253676}" dt="2026-09-01T14:22:51.071" v="2488" actId="27636"/>
        <pc:sldMkLst>
          <pc:docMk/>
          <pc:sldMk cId="3056207218" sldId="272"/>
        </pc:sldMkLst>
        <pc:spChg chg="add mod ord">
          <ac:chgData name="Shreya Shimpi" userId="4594c2d159579850" providerId="LiveId" clId="{8D28E823-1053-41E0-ADE8-5D2668253676}" dt="2026-09-01T14:22:51.071" v="2488" actId="27636"/>
          <ac:spMkLst>
            <pc:docMk/>
            <pc:sldMk cId="3056207218" sldId="272"/>
            <ac:spMk id="2" creationId="{B7E1B250-B8E1-7D04-1913-B3D56E201FC3}"/>
          </ac:spMkLst>
        </pc:spChg>
      </pc:sldChg>
      <pc:sldChg chg="addSp delSp modSp mod modClrScheme chgLayout">
        <pc:chgData name="Shreya Shimpi" userId="4594c2d159579850" providerId="LiveId" clId="{8D28E823-1053-41E0-ADE8-5D2668253676}" dt="2026-09-01T14:22:51.074" v="2489" actId="27636"/>
        <pc:sldMkLst>
          <pc:docMk/>
          <pc:sldMk cId="1947465999" sldId="273"/>
        </pc:sldMkLst>
        <pc:spChg chg="add mod ord">
          <ac:chgData name="Shreya Shimpi" userId="4594c2d159579850" providerId="LiveId" clId="{8D28E823-1053-41E0-ADE8-5D2668253676}" dt="2026-09-01T14:22:51.074" v="2489" actId="27636"/>
          <ac:spMkLst>
            <pc:docMk/>
            <pc:sldMk cId="1947465999" sldId="273"/>
            <ac:spMk id="2" creationId="{FCC87111-2614-C1E6-FACE-3562AD1AFDBA}"/>
          </ac:spMkLst>
        </pc:spChg>
      </pc:sldChg>
      <pc:sldChg chg="addSp delSp modSp mod ord modClrScheme chgLayout">
        <pc:chgData name="Shreya Shimpi" userId="4594c2d159579850" providerId="LiveId" clId="{8D28E823-1053-41E0-ADE8-5D2668253676}" dt="2026-08-07T12:24:40.493" v="2406" actId="27636"/>
        <pc:sldMkLst>
          <pc:docMk/>
          <pc:sldMk cId="1647406129" sldId="274"/>
        </pc:sldMkLst>
      </pc:sldChg>
      <pc:sldChg chg="addSp delSp modSp mod ord modClrScheme chgLayout">
        <pc:chgData name="Shreya Shimpi" userId="4594c2d159579850" providerId="LiveId" clId="{8D28E823-1053-41E0-ADE8-5D2668253676}" dt="2026-09-01T14:22:50.886" v="2483"/>
        <pc:sldMkLst>
          <pc:docMk/>
          <pc:sldMk cId="1180912215" sldId="275"/>
        </pc:sldMkLst>
        <pc:spChg chg="add mod">
          <ac:chgData name="Shreya Shimpi" userId="4594c2d159579850" providerId="LiveId" clId="{8D28E823-1053-41E0-ADE8-5D2668253676}" dt="2026-09-01T14:22:50.886" v="2483"/>
          <ac:spMkLst>
            <pc:docMk/>
            <pc:sldMk cId="1180912215" sldId="275"/>
            <ac:spMk id="3" creationId="{927E6146-05D3-A1F8-BA07-9E82611AB7E5}"/>
          </ac:spMkLst>
        </pc:spChg>
      </pc:sldChg>
      <pc:sldChg chg="addSp delSp modSp new mod ord">
        <pc:chgData name="Shreya Shimpi" userId="4594c2d159579850" providerId="LiveId" clId="{8D28E823-1053-41E0-ADE8-5D2668253676}" dt="2026-09-01T14:22:50.886" v="2483"/>
        <pc:sldMkLst>
          <pc:docMk/>
          <pc:sldMk cId="1195058959" sldId="276"/>
        </pc:sldMkLst>
        <pc:spChg chg="mod">
          <ac:chgData name="Shreya Shimpi" userId="4594c2d159579850" providerId="LiveId" clId="{8D28E823-1053-41E0-ADE8-5D2668253676}" dt="2026-09-01T14:22:50.886" v="2483"/>
          <ac:spMkLst>
            <pc:docMk/>
            <pc:sldMk cId="1195058959" sldId="276"/>
            <ac:spMk id="2" creationId="{BF59A771-FA2A-CF92-65AC-571FEFED5E7C}"/>
          </ac:spMkLst>
        </pc:spChg>
      </pc:sldChg>
      <pc:sldChg chg="addSp delSp modSp new mod ord">
        <pc:chgData name="Shreya Shimpi" userId="4594c2d159579850" providerId="LiveId" clId="{8D28E823-1053-41E0-ADE8-5D2668253676}" dt="2026-09-01T14:22:50.886" v="2483"/>
        <pc:sldMkLst>
          <pc:docMk/>
          <pc:sldMk cId="435339936" sldId="277"/>
        </pc:sldMkLst>
        <pc:spChg chg="mod">
          <ac:chgData name="Shreya Shimpi" userId="4594c2d159579850" providerId="LiveId" clId="{8D28E823-1053-41E0-ADE8-5D2668253676}" dt="2026-09-01T14:22:50.886" v="2483"/>
          <ac:spMkLst>
            <pc:docMk/>
            <pc:sldMk cId="435339936" sldId="277"/>
            <ac:spMk id="2" creationId="{EB5EF4CF-72F5-AB64-D771-75B456C04B34}"/>
          </ac:spMkLst>
        </pc:spChg>
      </pc:sldChg>
      <pc:sldChg chg="addSp delSp modSp new mod">
        <pc:chgData name="Shreya Shimpi" userId="4594c2d159579850" providerId="LiveId" clId="{8D28E823-1053-41E0-ADE8-5D2668253676}" dt="2026-09-01T14:22:50.886" v="2483"/>
        <pc:sldMkLst>
          <pc:docMk/>
          <pc:sldMk cId="2226903357" sldId="278"/>
        </pc:sldMkLst>
        <pc:spChg chg="mod">
          <ac:chgData name="Shreya Shimpi" userId="4594c2d159579850" providerId="LiveId" clId="{8D28E823-1053-41E0-ADE8-5D2668253676}" dt="2026-09-01T14:22:50.886" v="2483"/>
          <ac:spMkLst>
            <pc:docMk/>
            <pc:sldMk cId="2226903357" sldId="278"/>
            <ac:spMk id="2" creationId="{08BDE61E-0E81-68C4-C16B-9861380E6484}"/>
          </ac:spMkLst>
        </pc:spChg>
      </pc:sldChg>
      <pc:sldChg chg="addSp delSp modSp new mod">
        <pc:chgData name="Shreya Shimpi" userId="4594c2d159579850" providerId="LiveId" clId="{8D28E823-1053-41E0-ADE8-5D2668253676}" dt="2026-09-01T14:22:50.886" v="2483"/>
        <pc:sldMkLst>
          <pc:docMk/>
          <pc:sldMk cId="3562347449" sldId="279"/>
        </pc:sldMkLst>
        <pc:spChg chg="mod">
          <ac:chgData name="Shreya Shimpi" userId="4594c2d159579850" providerId="LiveId" clId="{8D28E823-1053-41E0-ADE8-5D2668253676}" dt="2026-09-01T14:22:50.886" v="2483"/>
          <ac:spMkLst>
            <pc:docMk/>
            <pc:sldMk cId="3562347449" sldId="279"/>
            <ac:spMk id="2" creationId="{377120C4-A013-5A4D-6E63-F9A621DF5089}"/>
          </ac:spMkLst>
        </pc:spChg>
        <pc:picChg chg="add mod ord">
          <ac:chgData name="Shreya Shimpi" userId="4594c2d159579850" providerId="LiveId" clId="{8D28E823-1053-41E0-ADE8-5D2668253676}" dt="2026-09-01T14:22:50.886" v="2483"/>
          <ac:picMkLst>
            <pc:docMk/>
            <pc:sldMk cId="3562347449" sldId="279"/>
            <ac:picMk id="5" creationId="{1E8817BD-20F1-1660-13A3-754C2BD3D7F9}"/>
          </ac:picMkLst>
        </pc:picChg>
      </pc:sldChg>
      <pc:sldChg chg="addSp delSp modSp new mod">
        <pc:chgData name="Shreya Shimpi" userId="4594c2d159579850" providerId="LiveId" clId="{8D28E823-1053-41E0-ADE8-5D2668253676}" dt="2026-09-01T14:22:50.886" v="2483"/>
        <pc:sldMkLst>
          <pc:docMk/>
          <pc:sldMk cId="3579144222" sldId="280"/>
        </pc:sldMkLst>
        <pc:spChg chg="mod">
          <ac:chgData name="Shreya Shimpi" userId="4594c2d159579850" providerId="LiveId" clId="{8D28E823-1053-41E0-ADE8-5D2668253676}" dt="2026-09-01T14:22:50.886" v="2483"/>
          <ac:spMkLst>
            <pc:docMk/>
            <pc:sldMk cId="3579144222" sldId="280"/>
            <ac:spMk id="2" creationId="{45FA8CC5-1714-EFBA-6DC1-67D330688E3C}"/>
          </ac:spMkLst>
        </pc:spChg>
      </pc:sldChg>
      <pc:sldChg chg="addSp delSp modSp new mod ord">
        <pc:chgData name="Shreya Shimpi" userId="4594c2d159579850" providerId="LiveId" clId="{8D28E823-1053-41E0-ADE8-5D2668253676}" dt="2026-09-01T14:22:50.886" v="2483"/>
        <pc:sldMkLst>
          <pc:docMk/>
          <pc:sldMk cId="3085143785" sldId="281"/>
        </pc:sldMkLst>
        <pc:spChg chg="mod">
          <ac:chgData name="Shreya Shimpi" userId="4594c2d159579850" providerId="LiveId" clId="{8D28E823-1053-41E0-ADE8-5D2668253676}" dt="2026-09-01T14:22:50.886" v="2483"/>
          <ac:spMkLst>
            <pc:docMk/>
            <pc:sldMk cId="3085143785" sldId="281"/>
            <ac:spMk id="2" creationId="{ACE7085D-D51F-E99D-C0A2-880051786039}"/>
          </ac:spMkLst>
        </pc:spChg>
      </pc:sldChg>
      <pc:sldChg chg="addSp delSp modSp new mod">
        <pc:chgData name="Shreya Shimpi" userId="4594c2d159579850" providerId="LiveId" clId="{8D28E823-1053-41E0-ADE8-5D2668253676}" dt="2026-09-01T14:22:50.886" v="2483"/>
        <pc:sldMkLst>
          <pc:docMk/>
          <pc:sldMk cId="4191368969" sldId="282"/>
        </pc:sldMkLst>
        <pc:spChg chg="mod">
          <ac:chgData name="Shreya Shimpi" userId="4594c2d159579850" providerId="LiveId" clId="{8D28E823-1053-41E0-ADE8-5D2668253676}" dt="2026-09-01T14:22:50.886" v="2483"/>
          <ac:spMkLst>
            <pc:docMk/>
            <pc:sldMk cId="4191368969" sldId="282"/>
            <ac:spMk id="2" creationId="{218C4EE8-346D-8F6E-1328-3B25385A6B6E}"/>
          </ac:spMkLst>
        </pc:spChg>
      </pc:sldChg>
      <pc:sldChg chg="delSp modSp new mod ord">
        <pc:chgData name="Shreya Shimpi" userId="4594c2d159579850" providerId="LiveId" clId="{8D28E823-1053-41E0-ADE8-5D2668253676}" dt="2026-09-07T06:41:30.342" v="2509" actId="1076"/>
        <pc:sldMkLst>
          <pc:docMk/>
          <pc:sldMk cId="4105771986" sldId="283"/>
        </pc:sldMkLst>
        <pc:spChg chg="mod">
          <ac:chgData name="Shreya Shimpi" userId="4594c2d159579850" providerId="LiveId" clId="{8D28E823-1053-41E0-ADE8-5D2668253676}" dt="2026-09-07T06:41:30.342" v="2509" actId="1076"/>
          <ac:spMkLst>
            <pc:docMk/>
            <pc:sldMk cId="4105771986" sldId="283"/>
            <ac:spMk id="2" creationId="{FEC49788-2E84-D43F-C56D-C2DB3B809DAE}"/>
          </ac:spMkLst>
        </pc:spChg>
        <pc:spChg chg="del mod">
          <ac:chgData name="Shreya Shimpi" userId="4594c2d159579850" providerId="LiveId" clId="{8D28E823-1053-41E0-ADE8-5D2668253676}" dt="2026-09-07T06:40:59.060" v="2497" actId="478"/>
          <ac:spMkLst>
            <pc:docMk/>
            <pc:sldMk cId="4105771986" sldId="283"/>
            <ac:spMk id="3" creationId="{4A7BF142-A1FB-C382-61FC-9AECAF2D7EF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1517907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2892365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1703043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29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232277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923291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1085357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3015045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3666686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395382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38DFF7E-6AA6-4B21-A082-7B9706C1B79C}" type="slidenum">
              <a:rPr lang="en-IN" smtClean="0"/>
              <a:t>‹#›</a:t>
            </a:fld>
            <a:endParaRPr lang="en-IN"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33685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1776973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8DFF7E-6AA6-4B21-A082-7B9706C1B79C}" type="slidenum">
              <a:rPr lang="en-IN" smtClean="0"/>
              <a:t>‹#›</a:t>
            </a:fld>
            <a:endParaRPr lang="en-IN"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26569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4231862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2540961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E02D89-13C3-4032-AEA6-00F1BDBAAD33}" type="datetimeFigureOut">
              <a:rPr lang="en-IN" smtClean="0"/>
              <a:t>07-09-2026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38DFF7E-6AA6-4B21-A082-7B9706C1B79C}" type="slidenum">
              <a:rPr lang="en-IN" smtClean="0"/>
              <a:t>‹#›</a:t>
            </a:fld>
            <a:endParaRPr lang="en-IN" dirty="0"/>
          </a:p>
        </p:txBody>
      </p:sp>
    </p:spTree>
    <p:extLst>
      <p:ext uri="{BB962C8B-B14F-4D97-AF65-F5344CB8AC3E}">
        <p14:creationId xmlns:p14="http://schemas.microsoft.com/office/powerpoint/2010/main" val="21291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5E02D89-13C3-4032-AEA6-00F1BDBAAD33}" type="datetimeFigureOut">
              <a:rPr lang="en-IN" smtClean="0"/>
              <a:t>07-09-2026</a:t>
            </a:fld>
            <a:endParaRPr lang="en-IN"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38DFF7E-6AA6-4B21-A082-7B9706C1B79C}" type="slidenum">
              <a:rPr lang="en-IN" smtClean="0"/>
              <a:t>‹#›</a:t>
            </a:fld>
            <a:endParaRPr lang="en-IN" dirty="0"/>
          </a:p>
        </p:txBody>
      </p:sp>
    </p:spTree>
    <p:extLst>
      <p:ext uri="{BB962C8B-B14F-4D97-AF65-F5344CB8AC3E}">
        <p14:creationId xmlns:p14="http://schemas.microsoft.com/office/powerpoint/2010/main" val="2445083584"/>
      </p:ext>
    </p:extLst>
  </p:cSld>
  <p:clrMap bg1="lt1" tx1="dk1" bg2="lt2" tx2="dk2" accent1="accent1" accent2="accent2" accent3="accent3" accent4="accent4" accent5="accent5" accent6="accent6" hlink="hlink" folHlink="folHlink"/>
  <p:sldLayoutIdLst>
    <p:sldLayoutId id="2147484183" r:id="rId1"/>
    <p:sldLayoutId id="2147484184" r:id="rId2"/>
    <p:sldLayoutId id="2147484185" r:id="rId3"/>
    <p:sldLayoutId id="2147484186" r:id="rId4"/>
    <p:sldLayoutId id="2147484187" r:id="rId5"/>
    <p:sldLayoutId id="2147484188" r:id="rId6"/>
    <p:sldLayoutId id="2147484189" r:id="rId7"/>
    <p:sldLayoutId id="2147484190" r:id="rId8"/>
    <p:sldLayoutId id="2147484191" r:id="rId9"/>
    <p:sldLayoutId id="2147484192" r:id="rId10"/>
    <p:sldLayoutId id="2147484193" r:id="rId11"/>
    <p:sldLayoutId id="2147484194" r:id="rId12"/>
    <p:sldLayoutId id="2147484195" r:id="rId13"/>
    <p:sldLayoutId id="2147484196" r:id="rId14"/>
    <p:sldLayoutId id="2147484197" r:id="rId15"/>
    <p:sldLayoutId id="21474841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4F4C-9A42-B5A8-3BDD-2A86C29DDF4B}"/>
              </a:ext>
            </a:extLst>
          </p:cNvPr>
          <p:cNvSpPr>
            <a:spLocks noGrp="1"/>
          </p:cNvSpPr>
          <p:nvPr>
            <p:ph type="ctrTitle"/>
          </p:nvPr>
        </p:nvSpPr>
        <p:spPr>
          <a:xfrm>
            <a:off x="2344091" y="3864056"/>
            <a:ext cx="9001462" cy="777540"/>
          </a:xfrm>
        </p:spPr>
        <p:txBody>
          <a:bodyPr>
            <a:noAutofit/>
          </a:bodyPr>
          <a:lstStyle/>
          <a:p>
            <a:r>
              <a:rPr lang="en-IN" sz="5400" b="1" dirty="0">
                <a:solidFill>
                  <a:schemeClr val="tx1"/>
                </a:solidFill>
              </a:rPr>
              <a:t>EXPLORE MAHARASHTRA</a:t>
            </a:r>
          </a:p>
        </p:txBody>
      </p:sp>
      <p:sp>
        <p:nvSpPr>
          <p:cNvPr id="4" name="Rectangle 1">
            <a:extLst>
              <a:ext uri="{FF2B5EF4-FFF2-40B4-BE49-F238E27FC236}">
                <a16:creationId xmlns:a16="http://schemas.microsoft.com/office/drawing/2014/main" id="{37342065-77CA-5596-041F-1BFCDE591343}"/>
              </a:ext>
            </a:extLst>
          </p:cNvPr>
          <p:cNvSpPr>
            <a:spLocks noGrp="1" noChangeArrowheads="1"/>
          </p:cNvSpPr>
          <p:nvPr>
            <p:ph type="subTitle" idx="1"/>
          </p:nvPr>
        </p:nvSpPr>
        <p:spPr bwMode="auto">
          <a:xfrm>
            <a:off x="2344090" y="4641596"/>
            <a:ext cx="820358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is a MySQL database project that stores information about Maharashtra's tourist destinations, attractions, festivals, hotels, blogs, and visitor reviews. It helps organize tourism information in one place, making it easy for travelers to explore and plan their trips.</a:t>
            </a:r>
          </a:p>
        </p:txBody>
      </p:sp>
      <p:pic>
        <p:nvPicPr>
          <p:cNvPr id="7" name="Picture 6">
            <a:extLst>
              <a:ext uri="{FF2B5EF4-FFF2-40B4-BE49-F238E27FC236}">
                <a16:creationId xmlns:a16="http://schemas.microsoft.com/office/drawing/2014/main" id="{5E673304-C179-DDBA-2D05-E1D3FBD94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4091" y="183037"/>
            <a:ext cx="8203581" cy="3527372"/>
          </a:xfrm>
          <a:prstGeom prst="rect">
            <a:avLst/>
          </a:prstGeom>
        </p:spPr>
      </p:pic>
    </p:spTree>
    <p:extLst>
      <p:ext uri="{BB962C8B-B14F-4D97-AF65-F5344CB8AC3E}">
        <p14:creationId xmlns:p14="http://schemas.microsoft.com/office/powerpoint/2010/main" val="275220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056DB-2D0E-0534-C6E1-27B91D244C1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7CFFC1-7DF3-1D5E-433C-26ABDF919E6F}"/>
              </a:ext>
            </a:extLst>
          </p:cNvPr>
          <p:cNvPicPr>
            <a:picLocks noChangeAspect="1"/>
          </p:cNvPicPr>
          <p:nvPr/>
        </p:nvPicPr>
        <p:blipFill>
          <a:blip r:embed="rId2"/>
          <a:stretch>
            <a:fillRect/>
          </a:stretch>
        </p:blipFill>
        <p:spPr>
          <a:xfrm>
            <a:off x="2056782" y="1018000"/>
            <a:ext cx="8400425" cy="5314007"/>
          </a:xfrm>
          <a:prstGeom prst="rect">
            <a:avLst/>
          </a:prstGeom>
        </p:spPr>
      </p:pic>
      <p:sp>
        <p:nvSpPr>
          <p:cNvPr id="2" name="Title 1">
            <a:extLst>
              <a:ext uri="{FF2B5EF4-FFF2-40B4-BE49-F238E27FC236}">
                <a16:creationId xmlns:a16="http://schemas.microsoft.com/office/drawing/2014/main" id="{8540ABCC-67A1-C537-4743-2EFF497EE227}"/>
              </a:ext>
            </a:extLst>
          </p:cNvPr>
          <p:cNvSpPr>
            <a:spLocks noGrp="1"/>
          </p:cNvSpPr>
          <p:nvPr>
            <p:ph type="title"/>
          </p:nvPr>
        </p:nvSpPr>
        <p:spPr>
          <a:xfrm>
            <a:off x="1545520" y="150285"/>
            <a:ext cx="8911687" cy="722551"/>
          </a:xfrm>
        </p:spPr>
        <p:txBody>
          <a:bodyPr>
            <a:normAutofit/>
          </a:bodyPr>
          <a:lstStyle/>
          <a:p>
            <a:r>
              <a:rPr lang="en-IN" dirty="0"/>
              <a:t>ER DIAGRAM</a:t>
            </a:r>
          </a:p>
        </p:txBody>
      </p:sp>
    </p:spTree>
    <p:extLst>
      <p:ext uri="{BB962C8B-B14F-4D97-AF65-F5344CB8AC3E}">
        <p14:creationId xmlns:p14="http://schemas.microsoft.com/office/powerpoint/2010/main" val="1798667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F4CF-72F5-AB64-D771-75B456C04B34}"/>
              </a:ext>
            </a:extLst>
          </p:cNvPr>
          <p:cNvSpPr>
            <a:spLocks noGrp="1"/>
          </p:cNvSpPr>
          <p:nvPr>
            <p:ph type="title"/>
          </p:nvPr>
        </p:nvSpPr>
        <p:spPr/>
        <p:txBody>
          <a:bodyPr/>
          <a:lstStyle/>
          <a:p>
            <a:r>
              <a:rPr lang="en-IN" dirty="0"/>
              <a:t>Destinations- table structure</a:t>
            </a:r>
          </a:p>
        </p:txBody>
      </p:sp>
      <p:pic>
        <p:nvPicPr>
          <p:cNvPr id="5" name="Content Placeholder 4">
            <a:extLst>
              <a:ext uri="{FF2B5EF4-FFF2-40B4-BE49-F238E27FC236}">
                <a16:creationId xmlns:a16="http://schemas.microsoft.com/office/drawing/2014/main" id="{5D553CCA-277B-F87D-BE8B-3677BCDC3876}"/>
              </a:ext>
            </a:extLst>
          </p:cNvPr>
          <p:cNvPicPr>
            <a:picLocks noGrp="1" noChangeAspect="1"/>
          </p:cNvPicPr>
          <p:nvPr>
            <p:ph idx="1"/>
          </p:nvPr>
        </p:nvPicPr>
        <p:blipFill>
          <a:blip r:embed="rId2"/>
          <a:stretch>
            <a:fillRect/>
          </a:stretch>
        </p:blipFill>
        <p:spPr>
          <a:xfrm>
            <a:off x="1438106" y="2052848"/>
            <a:ext cx="3254022" cy="1150720"/>
          </a:xfrm>
          <a:prstGeom prst="rect">
            <a:avLst/>
          </a:prstGeom>
        </p:spPr>
      </p:pic>
      <p:pic>
        <p:nvPicPr>
          <p:cNvPr id="7" name="Picture 6">
            <a:extLst>
              <a:ext uri="{FF2B5EF4-FFF2-40B4-BE49-F238E27FC236}">
                <a16:creationId xmlns:a16="http://schemas.microsoft.com/office/drawing/2014/main" id="{1E07C613-D024-F21A-DE79-2F3F7EF35037}"/>
              </a:ext>
            </a:extLst>
          </p:cNvPr>
          <p:cNvPicPr>
            <a:picLocks noChangeAspect="1"/>
          </p:cNvPicPr>
          <p:nvPr/>
        </p:nvPicPr>
        <p:blipFill>
          <a:blip r:embed="rId3"/>
          <a:stretch>
            <a:fillRect/>
          </a:stretch>
        </p:blipFill>
        <p:spPr>
          <a:xfrm>
            <a:off x="4927781" y="1905000"/>
            <a:ext cx="6492803" cy="4244708"/>
          </a:xfrm>
          <a:prstGeom prst="rect">
            <a:avLst/>
          </a:prstGeom>
        </p:spPr>
      </p:pic>
    </p:spTree>
    <p:extLst>
      <p:ext uri="{BB962C8B-B14F-4D97-AF65-F5344CB8AC3E}">
        <p14:creationId xmlns:p14="http://schemas.microsoft.com/office/powerpoint/2010/main" val="435339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9A771-FA2A-CF92-65AC-571FEFED5E7C}"/>
              </a:ext>
            </a:extLst>
          </p:cNvPr>
          <p:cNvSpPr>
            <a:spLocks noGrp="1"/>
          </p:cNvSpPr>
          <p:nvPr>
            <p:ph type="title"/>
          </p:nvPr>
        </p:nvSpPr>
        <p:spPr/>
        <p:txBody>
          <a:bodyPr/>
          <a:lstStyle/>
          <a:p>
            <a:r>
              <a:rPr lang="en-IN" dirty="0"/>
              <a:t>Festivals-table structure</a:t>
            </a:r>
          </a:p>
        </p:txBody>
      </p:sp>
      <p:pic>
        <p:nvPicPr>
          <p:cNvPr id="5" name="Content Placeholder 4">
            <a:extLst>
              <a:ext uri="{FF2B5EF4-FFF2-40B4-BE49-F238E27FC236}">
                <a16:creationId xmlns:a16="http://schemas.microsoft.com/office/drawing/2014/main" id="{574891FF-84A2-AB99-4E68-80215DE937ED}"/>
              </a:ext>
            </a:extLst>
          </p:cNvPr>
          <p:cNvPicPr>
            <a:picLocks noGrp="1" noChangeAspect="1"/>
          </p:cNvPicPr>
          <p:nvPr>
            <p:ph idx="1"/>
          </p:nvPr>
        </p:nvPicPr>
        <p:blipFill>
          <a:blip r:embed="rId2"/>
          <a:stretch>
            <a:fillRect/>
          </a:stretch>
        </p:blipFill>
        <p:spPr>
          <a:xfrm>
            <a:off x="3207682" y="2330937"/>
            <a:ext cx="3139712" cy="1044030"/>
          </a:xfrm>
          <a:prstGeom prst="rect">
            <a:avLst/>
          </a:prstGeom>
        </p:spPr>
      </p:pic>
      <p:pic>
        <p:nvPicPr>
          <p:cNvPr id="7" name="Picture 6">
            <a:extLst>
              <a:ext uri="{FF2B5EF4-FFF2-40B4-BE49-F238E27FC236}">
                <a16:creationId xmlns:a16="http://schemas.microsoft.com/office/drawing/2014/main" id="{FA022F6A-181C-9D61-C574-0F8EB36C6CE5}"/>
              </a:ext>
            </a:extLst>
          </p:cNvPr>
          <p:cNvPicPr>
            <a:picLocks noChangeAspect="1"/>
          </p:cNvPicPr>
          <p:nvPr/>
        </p:nvPicPr>
        <p:blipFill>
          <a:blip r:embed="rId3"/>
          <a:stretch>
            <a:fillRect/>
          </a:stretch>
        </p:blipFill>
        <p:spPr>
          <a:xfrm>
            <a:off x="6645452" y="1790169"/>
            <a:ext cx="5235394" cy="4275190"/>
          </a:xfrm>
          <a:prstGeom prst="rect">
            <a:avLst/>
          </a:prstGeom>
        </p:spPr>
      </p:pic>
    </p:spTree>
    <p:extLst>
      <p:ext uri="{BB962C8B-B14F-4D97-AF65-F5344CB8AC3E}">
        <p14:creationId xmlns:p14="http://schemas.microsoft.com/office/powerpoint/2010/main" val="1195058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E61E-0E81-68C4-C16B-9861380E6484}"/>
              </a:ext>
            </a:extLst>
          </p:cNvPr>
          <p:cNvSpPr>
            <a:spLocks noGrp="1"/>
          </p:cNvSpPr>
          <p:nvPr>
            <p:ph type="title"/>
          </p:nvPr>
        </p:nvSpPr>
        <p:spPr/>
        <p:txBody>
          <a:bodyPr/>
          <a:lstStyle/>
          <a:p>
            <a:r>
              <a:rPr lang="en-IN" dirty="0"/>
              <a:t>Attractions-table structure</a:t>
            </a:r>
          </a:p>
        </p:txBody>
      </p:sp>
      <p:pic>
        <p:nvPicPr>
          <p:cNvPr id="5" name="Content Placeholder 4">
            <a:extLst>
              <a:ext uri="{FF2B5EF4-FFF2-40B4-BE49-F238E27FC236}">
                <a16:creationId xmlns:a16="http://schemas.microsoft.com/office/drawing/2014/main" id="{7104FD64-60E7-11E6-F25D-5B940F1BABEF}"/>
              </a:ext>
            </a:extLst>
          </p:cNvPr>
          <p:cNvPicPr>
            <a:picLocks noGrp="1" noChangeAspect="1"/>
          </p:cNvPicPr>
          <p:nvPr>
            <p:ph idx="1"/>
          </p:nvPr>
        </p:nvPicPr>
        <p:blipFill>
          <a:blip r:embed="rId2"/>
          <a:stretch>
            <a:fillRect/>
          </a:stretch>
        </p:blipFill>
        <p:spPr>
          <a:xfrm>
            <a:off x="6096000" y="2335535"/>
            <a:ext cx="3215919" cy="1196444"/>
          </a:xfrm>
          <a:prstGeom prst="rect">
            <a:avLst/>
          </a:prstGeom>
        </p:spPr>
      </p:pic>
      <p:pic>
        <p:nvPicPr>
          <p:cNvPr id="7" name="Picture 6">
            <a:extLst>
              <a:ext uri="{FF2B5EF4-FFF2-40B4-BE49-F238E27FC236}">
                <a16:creationId xmlns:a16="http://schemas.microsoft.com/office/drawing/2014/main" id="{67A101D0-67AF-A7A4-D312-115C6E435932}"/>
              </a:ext>
            </a:extLst>
          </p:cNvPr>
          <p:cNvPicPr>
            <a:picLocks noChangeAspect="1"/>
          </p:cNvPicPr>
          <p:nvPr/>
        </p:nvPicPr>
        <p:blipFill>
          <a:blip r:embed="rId3"/>
          <a:stretch>
            <a:fillRect/>
          </a:stretch>
        </p:blipFill>
        <p:spPr>
          <a:xfrm>
            <a:off x="295563" y="1744102"/>
            <a:ext cx="5349704" cy="4267570"/>
          </a:xfrm>
          <a:prstGeom prst="rect">
            <a:avLst/>
          </a:prstGeom>
        </p:spPr>
      </p:pic>
    </p:spTree>
    <p:extLst>
      <p:ext uri="{BB962C8B-B14F-4D97-AF65-F5344CB8AC3E}">
        <p14:creationId xmlns:p14="http://schemas.microsoft.com/office/powerpoint/2010/main" val="2226903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085D-D51F-E99D-C0A2-880051786039}"/>
              </a:ext>
            </a:extLst>
          </p:cNvPr>
          <p:cNvSpPr>
            <a:spLocks noGrp="1"/>
          </p:cNvSpPr>
          <p:nvPr>
            <p:ph type="title"/>
          </p:nvPr>
        </p:nvSpPr>
        <p:spPr/>
        <p:txBody>
          <a:bodyPr/>
          <a:lstStyle/>
          <a:p>
            <a:r>
              <a:rPr lang="en-IN" dirty="0"/>
              <a:t>Blogposts- table structure</a:t>
            </a:r>
          </a:p>
        </p:txBody>
      </p:sp>
      <p:pic>
        <p:nvPicPr>
          <p:cNvPr id="5" name="Content Placeholder 4">
            <a:extLst>
              <a:ext uri="{FF2B5EF4-FFF2-40B4-BE49-F238E27FC236}">
                <a16:creationId xmlns:a16="http://schemas.microsoft.com/office/drawing/2014/main" id="{9610E9C5-DCFB-83B3-5A68-32A3EEEAE158}"/>
              </a:ext>
            </a:extLst>
          </p:cNvPr>
          <p:cNvPicPr>
            <a:picLocks noGrp="1" noChangeAspect="1"/>
          </p:cNvPicPr>
          <p:nvPr>
            <p:ph idx="1"/>
          </p:nvPr>
        </p:nvPicPr>
        <p:blipFill>
          <a:blip r:embed="rId2"/>
          <a:stretch>
            <a:fillRect/>
          </a:stretch>
        </p:blipFill>
        <p:spPr>
          <a:xfrm>
            <a:off x="6202356" y="2616093"/>
            <a:ext cx="2819644" cy="1150720"/>
          </a:xfrm>
          <a:prstGeom prst="rect">
            <a:avLst/>
          </a:prstGeom>
        </p:spPr>
      </p:pic>
      <p:pic>
        <p:nvPicPr>
          <p:cNvPr id="7" name="Picture 6">
            <a:extLst>
              <a:ext uri="{FF2B5EF4-FFF2-40B4-BE49-F238E27FC236}">
                <a16:creationId xmlns:a16="http://schemas.microsoft.com/office/drawing/2014/main" id="{FFED5023-C1F3-6069-8135-8971BB1920C4}"/>
              </a:ext>
            </a:extLst>
          </p:cNvPr>
          <p:cNvPicPr>
            <a:picLocks noChangeAspect="1"/>
          </p:cNvPicPr>
          <p:nvPr/>
        </p:nvPicPr>
        <p:blipFill>
          <a:blip r:embed="rId3"/>
          <a:stretch>
            <a:fillRect/>
          </a:stretch>
        </p:blipFill>
        <p:spPr>
          <a:xfrm>
            <a:off x="708097" y="2110554"/>
            <a:ext cx="5006774" cy="4282811"/>
          </a:xfrm>
          <a:prstGeom prst="rect">
            <a:avLst/>
          </a:prstGeom>
        </p:spPr>
      </p:pic>
    </p:spTree>
    <p:extLst>
      <p:ext uri="{BB962C8B-B14F-4D97-AF65-F5344CB8AC3E}">
        <p14:creationId xmlns:p14="http://schemas.microsoft.com/office/powerpoint/2010/main" val="3085143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20C4-A013-5A4D-6E63-F9A621DF5089}"/>
              </a:ext>
            </a:extLst>
          </p:cNvPr>
          <p:cNvSpPr>
            <a:spLocks noGrp="1"/>
          </p:cNvSpPr>
          <p:nvPr>
            <p:ph type="title"/>
          </p:nvPr>
        </p:nvSpPr>
        <p:spPr/>
        <p:txBody>
          <a:bodyPr/>
          <a:lstStyle/>
          <a:p>
            <a:r>
              <a:rPr lang="en-IN" dirty="0"/>
              <a:t>Reviews-table structure</a:t>
            </a:r>
          </a:p>
        </p:txBody>
      </p:sp>
      <p:pic>
        <p:nvPicPr>
          <p:cNvPr id="5" name="Content Placeholder 4">
            <a:extLst>
              <a:ext uri="{FF2B5EF4-FFF2-40B4-BE49-F238E27FC236}">
                <a16:creationId xmlns:a16="http://schemas.microsoft.com/office/drawing/2014/main" id="{1E8817BD-20F1-1660-13A3-754C2BD3D7F9}"/>
              </a:ext>
            </a:extLst>
          </p:cNvPr>
          <p:cNvPicPr>
            <a:picLocks noGrp="1" noChangeAspect="1"/>
          </p:cNvPicPr>
          <p:nvPr>
            <p:ph idx="1"/>
          </p:nvPr>
        </p:nvPicPr>
        <p:blipFill>
          <a:blip r:embed="rId2"/>
          <a:stretch>
            <a:fillRect/>
          </a:stretch>
        </p:blipFill>
        <p:spPr>
          <a:xfrm>
            <a:off x="5656142" y="3451175"/>
            <a:ext cx="2781541" cy="1143099"/>
          </a:xfrm>
          <a:prstGeom prst="rect">
            <a:avLst/>
          </a:prstGeom>
        </p:spPr>
      </p:pic>
      <p:pic>
        <p:nvPicPr>
          <p:cNvPr id="7" name="Picture 6">
            <a:extLst>
              <a:ext uri="{FF2B5EF4-FFF2-40B4-BE49-F238E27FC236}">
                <a16:creationId xmlns:a16="http://schemas.microsoft.com/office/drawing/2014/main" id="{1375D361-DA29-565C-CB30-7351638AEF89}"/>
              </a:ext>
            </a:extLst>
          </p:cNvPr>
          <p:cNvPicPr>
            <a:picLocks noChangeAspect="1"/>
          </p:cNvPicPr>
          <p:nvPr/>
        </p:nvPicPr>
        <p:blipFill>
          <a:blip r:embed="rId3"/>
          <a:stretch>
            <a:fillRect/>
          </a:stretch>
        </p:blipFill>
        <p:spPr>
          <a:xfrm>
            <a:off x="1377314" y="2090468"/>
            <a:ext cx="4000847" cy="4206605"/>
          </a:xfrm>
          <a:prstGeom prst="rect">
            <a:avLst/>
          </a:prstGeom>
        </p:spPr>
      </p:pic>
    </p:spTree>
    <p:extLst>
      <p:ext uri="{BB962C8B-B14F-4D97-AF65-F5344CB8AC3E}">
        <p14:creationId xmlns:p14="http://schemas.microsoft.com/office/powerpoint/2010/main" val="356234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A8CC5-1714-EFBA-6DC1-67D330688E3C}"/>
              </a:ext>
            </a:extLst>
          </p:cNvPr>
          <p:cNvSpPr>
            <a:spLocks noGrp="1"/>
          </p:cNvSpPr>
          <p:nvPr>
            <p:ph type="title"/>
          </p:nvPr>
        </p:nvSpPr>
        <p:spPr/>
        <p:txBody>
          <a:bodyPr/>
          <a:lstStyle/>
          <a:p>
            <a:r>
              <a:rPr lang="en-IN" dirty="0"/>
              <a:t>Hotels-table structure</a:t>
            </a:r>
          </a:p>
        </p:txBody>
      </p:sp>
      <p:pic>
        <p:nvPicPr>
          <p:cNvPr id="5" name="Content Placeholder 4">
            <a:extLst>
              <a:ext uri="{FF2B5EF4-FFF2-40B4-BE49-F238E27FC236}">
                <a16:creationId xmlns:a16="http://schemas.microsoft.com/office/drawing/2014/main" id="{DAEED34A-E00F-A38F-01B7-027BBCB64F1C}"/>
              </a:ext>
            </a:extLst>
          </p:cNvPr>
          <p:cNvPicPr>
            <a:picLocks noGrp="1" noChangeAspect="1"/>
          </p:cNvPicPr>
          <p:nvPr>
            <p:ph idx="1"/>
          </p:nvPr>
        </p:nvPicPr>
        <p:blipFill>
          <a:blip r:embed="rId2"/>
          <a:stretch>
            <a:fillRect/>
          </a:stretch>
        </p:blipFill>
        <p:spPr>
          <a:xfrm>
            <a:off x="2469591" y="2387839"/>
            <a:ext cx="2903472" cy="1158340"/>
          </a:xfrm>
          <a:prstGeom prst="rect">
            <a:avLst/>
          </a:prstGeom>
        </p:spPr>
      </p:pic>
      <p:pic>
        <p:nvPicPr>
          <p:cNvPr id="7" name="Picture 6">
            <a:extLst>
              <a:ext uri="{FF2B5EF4-FFF2-40B4-BE49-F238E27FC236}">
                <a16:creationId xmlns:a16="http://schemas.microsoft.com/office/drawing/2014/main" id="{196FA015-4676-3D5F-0CC7-EB974B647B2D}"/>
              </a:ext>
            </a:extLst>
          </p:cNvPr>
          <p:cNvPicPr>
            <a:picLocks noChangeAspect="1"/>
          </p:cNvPicPr>
          <p:nvPr/>
        </p:nvPicPr>
        <p:blipFill>
          <a:blip r:embed="rId3"/>
          <a:stretch>
            <a:fillRect/>
          </a:stretch>
        </p:blipFill>
        <p:spPr>
          <a:xfrm>
            <a:off x="5743393" y="1694917"/>
            <a:ext cx="5761219" cy="4282811"/>
          </a:xfrm>
          <a:prstGeom prst="rect">
            <a:avLst/>
          </a:prstGeom>
        </p:spPr>
      </p:pic>
    </p:spTree>
    <p:extLst>
      <p:ext uri="{BB962C8B-B14F-4D97-AF65-F5344CB8AC3E}">
        <p14:creationId xmlns:p14="http://schemas.microsoft.com/office/powerpoint/2010/main" val="357914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C4EE8-346D-8F6E-1328-3B25385A6B6E}"/>
              </a:ext>
            </a:extLst>
          </p:cNvPr>
          <p:cNvSpPr>
            <a:spLocks noGrp="1"/>
          </p:cNvSpPr>
          <p:nvPr>
            <p:ph type="title"/>
          </p:nvPr>
        </p:nvSpPr>
        <p:spPr/>
        <p:txBody>
          <a:bodyPr/>
          <a:lstStyle/>
          <a:p>
            <a:r>
              <a:rPr lang="en-IN" dirty="0"/>
              <a:t>Users-table structure</a:t>
            </a:r>
          </a:p>
        </p:txBody>
      </p:sp>
      <p:pic>
        <p:nvPicPr>
          <p:cNvPr id="5" name="Content Placeholder 4">
            <a:extLst>
              <a:ext uri="{FF2B5EF4-FFF2-40B4-BE49-F238E27FC236}">
                <a16:creationId xmlns:a16="http://schemas.microsoft.com/office/drawing/2014/main" id="{8758B928-858E-001D-038B-85D4CD3FEE7D}"/>
              </a:ext>
            </a:extLst>
          </p:cNvPr>
          <p:cNvPicPr>
            <a:picLocks noGrp="1" noChangeAspect="1"/>
          </p:cNvPicPr>
          <p:nvPr>
            <p:ph idx="1"/>
          </p:nvPr>
        </p:nvPicPr>
        <p:blipFill>
          <a:blip r:embed="rId2"/>
          <a:stretch>
            <a:fillRect/>
          </a:stretch>
        </p:blipFill>
        <p:spPr>
          <a:xfrm>
            <a:off x="2592925" y="2382652"/>
            <a:ext cx="2987299" cy="952583"/>
          </a:xfrm>
          <a:prstGeom prst="rect">
            <a:avLst/>
          </a:prstGeom>
        </p:spPr>
      </p:pic>
      <p:pic>
        <p:nvPicPr>
          <p:cNvPr id="7" name="Picture 6">
            <a:extLst>
              <a:ext uri="{FF2B5EF4-FFF2-40B4-BE49-F238E27FC236}">
                <a16:creationId xmlns:a16="http://schemas.microsoft.com/office/drawing/2014/main" id="{7849E23F-912D-532B-8318-D11618DC9E7A}"/>
              </a:ext>
            </a:extLst>
          </p:cNvPr>
          <p:cNvPicPr>
            <a:picLocks noChangeAspect="1"/>
          </p:cNvPicPr>
          <p:nvPr/>
        </p:nvPicPr>
        <p:blipFill>
          <a:blip r:embed="rId3"/>
          <a:stretch>
            <a:fillRect/>
          </a:stretch>
        </p:blipFill>
        <p:spPr>
          <a:xfrm>
            <a:off x="6289795" y="1905000"/>
            <a:ext cx="3901778" cy="4244708"/>
          </a:xfrm>
          <a:prstGeom prst="rect">
            <a:avLst/>
          </a:prstGeom>
        </p:spPr>
      </p:pic>
    </p:spTree>
    <p:extLst>
      <p:ext uri="{BB962C8B-B14F-4D97-AF65-F5344CB8AC3E}">
        <p14:creationId xmlns:p14="http://schemas.microsoft.com/office/powerpoint/2010/main" val="4191368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7E6146-05D3-A1F8-BA07-9E82611AB7E5}"/>
              </a:ext>
            </a:extLst>
          </p:cNvPr>
          <p:cNvSpPr>
            <a:spLocks noGrp="1"/>
          </p:cNvSpPr>
          <p:nvPr>
            <p:ph type="title"/>
          </p:nvPr>
        </p:nvSpPr>
        <p:spPr/>
        <p:txBody>
          <a:bodyPr/>
          <a:lstStyle/>
          <a:p>
            <a:r>
              <a:rPr lang="en-IN" dirty="0"/>
              <a:t>JOINS</a:t>
            </a:r>
          </a:p>
        </p:txBody>
      </p:sp>
      <p:pic>
        <p:nvPicPr>
          <p:cNvPr id="4" name="Picture 3">
            <a:extLst>
              <a:ext uri="{FF2B5EF4-FFF2-40B4-BE49-F238E27FC236}">
                <a16:creationId xmlns:a16="http://schemas.microsoft.com/office/drawing/2014/main" id="{243DAA29-019B-1A43-6FDE-0DFB5B7DE1EF}"/>
              </a:ext>
            </a:extLst>
          </p:cNvPr>
          <p:cNvPicPr>
            <a:picLocks noChangeAspect="1"/>
          </p:cNvPicPr>
          <p:nvPr/>
        </p:nvPicPr>
        <p:blipFill>
          <a:blip r:embed="rId2"/>
          <a:stretch>
            <a:fillRect/>
          </a:stretch>
        </p:blipFill>
        <p:spPr>
          <a:xfrm>
            <a:off x="918486" y="2435629"/>
            <a:ext cx="2346652" cy="2963486"/>
          </a:xfrm>
          <a:prstGeom prst="rect">
            <a:avLst/>
          </a:prstGeom>
        </p:spPr>
      </p:pic>
      <p:pic>
        <p:nvPicPr>
          <p:cNvPr id="6" name="Picture 5">
            <a:extLst>
              <a:ext uri="{FF2B5EF4-FFF2-40B4-BE49-F238E27FC236}">
                <a16:creationId xmlns:a16="http://schemas.microsoft.com/office/drawing/2014/main" id="{8D00E34E-E8FE-28DE-AF95-50EED0BB59EE}"/>
              </a:ext>
            </a:extLst>
          </p:cNvPr>
          <p:cNvPicPr>
            <a:picLocks noChangeAspect="1"/>
          </p:cNvPicPr>
          <p:nvPr/>
        </p:nvPicPr>
        <p:blipFill>
          <a:blip r:embed="rId3"/>
          <a:stretch>
            <a:fillRect/>
          </a:stretch>
        </p:blipFill>
        <p:spPr>
          <a:xfrm>
            <a:off x="7263664" y="2396251"/>
            <a:ext cx="4648474" cy="3002866"/>
          </a:xfrm>
          <a:prstGeom prst="rect">
            <a:avLst/>
          </a:prstGeom>
        </p:spPr>
      </p:pic>
      <p:pic>
        <p:nvPicPr>
          <p:cNvPr id="8" name="Picture 7">
            <a:extLst>
              <a:ext uri="{FF2B5EF4-FFF2-40B4-BE49-F238E27FC236}">
                <a16:creationId xmlns:a16="http://schemas.microsoft.com/office/drawing/2014/main" id="{658FC2E0-CA3A-7530-BD4E-6C9FB013F504}"/>
              </a:ext>
            </a:extLst>
          </p:cNvPr>
          <p:cNvPicPr>
            <a:picLocks noChangeAspect="1"/>
          </p:cNvPicPr>
          <p:nvPr/>
        </p:nvPicPr>
        <p:blipFill>
          <a:blip r:embed="rId4"/>
          <a:stretch>
            <a:fillRect/>
          </a:stretch>
        </p:blipFill>
        <p:spPr>
          <a:xfrm>
            <a:off x="3265138" y="2435629"/>
            <a:ext cx="3998526" cy="2963486"/>
          </a:xfrm>
          <a:prstGeom prst="rect">
            <a:avLst/>
          </a:prstGeom>
        </p:spPr>
      </p:pic>
    </p:spTree>
    <p:extLst>
      <p:ext uri="{BB962C8B-B14F-4D97-AF65-F5344CB8AC3E}">
        <p14:creationId xmlns:p14="http://schemas.microsoft.com/office/powerpoint/2010/main" val="1180912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088932-F765-CEE5-7328-29DCFFAED7FD}"/>
              </a:ext>
            </a:extLst>
          </p:cNvPr>
          <p:cNvSpPr>
            <a:spLocks noGrp="1"/>
          </p:cNvSpPr>
          <p:nvPr>
            <p:ph type="title"/>
          </p:nvPr>
        </p:nvSpPr>
        <p:spPr>
          <a:xfrm>
            <a:off x="1557811" y="265277"/>
            <a:ext cx="8911687" cy="1280890"/>
          </a:xfrm>
        </p:spPr>
        <p:txBody>
          <a:bodyPr/>
          <a:lstStyle/>
          <a:p>
            <a:r>
              <a:rPr lang="en-IN" dirty="0"/>
              <a:t>Destination with festivals</a:t>
            </a:r>
          </a:p>
        </p:txBody>
      </p:sp>
      <p:sp>
        <p:nvSpPr>
          <p:cNvPr id="3" name="Content Placeholder 2">
            <a:extLst>
              <a:ext uri="{FF2B5EF4-FFF2-40B4-BE49-F238E27FC236}">
                <a16:creationId xmlns:a16="http://schemas.microsoft.com/office/drawing/2014/main" id="{7413CC7B-6504-0073-74B7-97D23AF863DC}"/>
              </a:ext>
            </a:extLst>
          </p:cNvPr>
          <p:cNvSpPr>
            <a:spLocks noGrp="1"/>
          </p:cNvSpPr>
          <p:nvPr>
            <p:ph idx="1"/>
          </p:nvPr>
        </p:nvSpPr>
        <p:spPr>
          <a:xfrm>
            <a:off x="801976" y="1306646"/>
            <a:ext cx="4027719" cy="3777622"/>
          </a:xfrm>
        </p:spPr>
        <p:txBody>
          <a:bodyPr>
            <a:normAutofit/>
          </a:bodyPr>
          <a:lstStyle/>
          <a:p>
            <a:r>
              <a:rPr lang="en-IN" dirty="0"/>
              <a:t>This is a left join to show the destinations along with the festivals celebrated at that destination to provide the users that when they visit the destination what festivals they can celebrate at that specific month.</a:t>
            </a:r>
          </a:p>
          <a:p>
            <a:endParaRPr lang="en-IN" dirty="0"/>
          </a:p>
        </p:txBody>
      </p:sp>
      <p:pic>
        <p:nvPicPr>
          <p:cNvPr id="9" name="Picture 8">
            <a:extLst>
              <a:ext uri="{FF2B5EF4-FFF2-40B4-BE49-F238E27FC236}">
                <a16:creationId xmlns:a16="http://schemas.microsoft.com/office/drawing/2014/main" id="{DE047C65-238D-80EE-4188-39A36397A069}"/>
              </a:ext>
            </a:extLst>
          </p:cNvPr>
          <p:cNvPicPr>
            <a:picLocks noChangeAspect="1"/>
          </p:cNvPicPr>
          <p:nvPr/>
        </p:nvPicPr>
        <p:blipFill>
          <a:blip r:embed="rId2"/>
          <a:stretch>
            <a:fillRect/>
          </a:stretch>
        </p:blipFill>
        <p:spPr>
          <a:xfrm>
            <a:off x="6791661" y="1306646"/>
            <a:ext cx="4244708" cy="4244708"/>
          </a:xfrm>
          <a:prstGeom prst="rect">
            <a:avLst/>
          </a:prstGeom>
        </p:spPr>
      </p:pic>
      <p:pic>
        <p:nvPicPr>
          <p:cNvPr id="11" name="Picture 10">
            <a:extLst>
              <a:ext uri="{FF2B5EF4-FFF2-40B4-BE49-F238E27FC236}">
                <a16:creationId xmlns:a16="http://schemas.microsoft.com/office/drawing/2014/main" id="{5FA33A0D-5103-17F1-018D-DF235328587A}"/>
              </a:ext>
            </a:extLst>
          </p:cNvPr>
          <p:cNvPicPr>
            <a:picLocks noChangeAspect="1"/>
          </p:cNvPicPr>
          <p:nvPr/>
        </p:nvPicPr>
        <p:blipFill>
          <a:blip r:embed="rId3"/>
          <a:stretch>
            <a:fillRect/>
          </a:stretch>
        </p:blipFill>
        <p:spPr>
          <a:xfrm>
            <a:off x="4064467" y="3600630"/>
            <a:ext cx="2522439" cy="1120237"/>
          </a:xfrm>
          <a:prstGeom prst="rect">
            <a:avLst/>
          </a:prstGeom>
        </p:spPr>
      </p:pic>
    </p:spTree>
    <p:extLst>
      <p:ext uri="{BB962C8B-B14F-4D97-AF65-F5344CB8AC3E}">
        <p14:creationId xmlns:p14="http://schemas.microsoft.com/office/powerpoint/2010/main" val="3762953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126A-D9CC-528C-06D6-78C9408B7751}"/>
              </a:ext>
            </a:extLst>
          </p:cNvPr>
          <p:cNvSpPr>
            <a:spLocks noGrp="1"/>
          </p:cNvSpPr>
          <p:nvPr>
            <p:ph type="title"/>
          </p:nvPr>
        </p:nvSpPr>
        <p:spPr/>
        <p:txBody>
          <a:bodyPr>
            <a:normAutofit/>
          </a:bodyPr>
          <a:lstStyle/>
          <a:p>
            <a:r>
              <a:rPr lang="en-IN" dirty="0"/>
              <a:t>Destinations with the attractions</a:t>
            </a:r>
          </a:p>
        </p:txBody>
      </p:sp>
      <p:pic>
        <p:nvPicPr>
          <p:cNvPr id="5" name="Picture 4">
            <a:extLst>
              <a:ext uri="{FF2B5EF4-FFF2-40B4-BE49-F238E27FC236}">
                <a16:creationId xmlns:a16="http://schemas.microsoft.com/office/drawing/2014/main" id="{1D790A10-F004-8CDC-75D8-D5D9517F2CC9}"/>
              </a:ext>
            </a:extLst>
          </p:cNvPr>
          <p:cNvPicPr>
            <a:picLocks noChangeAspect="1"/>
          </p:cNvPicPr>
          <p:nvPr/>
        </p:nvPicPr>
        <p:blipFill>
          <a:blip r:embed="rId2"/>
          <a:stretch>
            <a:fillRect/>
          </a:stretch>
        </p:blipFill>
        <p:spPr>
          <a:xfrm>
            <a:off x="4629885" y="1905000"/>
            <a:ext cx="2629128" cy="1348857"/>
          </a:xfrm>
          <a:prstGeom prst="rect">
            <a:avLst/>
          </a:prstGeom>
        </p:spPr>
      </p:pic>
      <p:pic>
        <p:nvPicPr>
          <p:cNvPr id="7" name="Picture 6">
            <a:extLst>
              <a:ext uri="{FF2B5EF4-FFF2-40B4-BE49-F238E27FC236}">
                <a16:creationId xmlns:a16="http://schemas.microsoft.com/office/drawing/2014/main" id="{2048E700-1675-DB6C-69EE-20E7916ED5E9}"/>
              </a:ext>
            </a:extLst>
          </p:cNvPr>
          <p:cNvPicPr>
            <a:picLocks noChangeAspect="1"/>
          </p:cNvPicPr>
          <p:nvPr/>
        </p:nvPicPr>
        <p:blipFill>
          <a:blip r:embed="rId3"/>
          <a:stretch>
            <a:fillRect/>
          </a:stretch>
        </p:blipFill>
        <p:spPr>
          <a:xfrm>
            <a:off x="7562116" y="2186395"/>
            <a:ext cx="4473328" cy="4580017"/>
          </a:xfrm>
          <a:prstGeom prst="rect">
            <a:avLst/>
          </a:prstGeom>
        </p:spPr>
      </p:pic>
      <p:sp>
        <p:nvSpPr>
          <p:cNvPr id="3" name="TextBox 2">
            <a:extLst>
              <a:ext uri="{FF2B5EF4-FFF2-40B4-BE49-F238E27FC236}">
                <a16:creationId xmlns:a16="http://schemas.microsoft.com/office/drawing/2014/main" id="{C55457F1-E461-CC80-0155-C048A1C6A6C5}"/>
              </a:ext>
            </a:extLst>
          </p:cNvPr>
          <p:cNvSpPr txBox="1"/>
          <p:nvPr/>
        </p:nvSpPr>
        <p:spPr>
          <a:xfrm>
            <a:off x="1088967" y="1845425"/>
            <a:ext cx="3150524" cy="2031325"/>
          </a:xfrm>
          <a:prstGeom prst="rect">
            <a:avLst/>
          </a:prstGeom>
          <a:noFill/>
        </p:spPr>
        <p:txBody>
          <a:bodyPr wrap="square" rtlCol="0">
            <a:spAutoFit/>
          </a:bodyPr>
          <a:lstStyle/>
          <a:p>
            <a:r>
              <a:rPr lang="en-IN" dirty="0"/>
              <a:t>This query using inner join shows the attractions for that destination for travellers to see that what kind of place they are visiting viz. scenic spot or historical site etc.</a:t>
            </a:r>
          </a:p>
        </p:txBody>
      </p:sp>
    </p:spTree>
    <p:extLst>
      <p:ext uri="{BB962C8B-B14F-4D97-AF65-F5344CB8AC3E}">
        <p14:creationId xmlns:p14="http://schemas.microsoft.com/office/powerpoint/2010/main" val="3917142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88C13-4798-0B3A-1B2A-05936A89E5D0}"/>
              </a:ext>
            </a:extLst>
          </p:cNvPr>
          <p:cNvPicPr>
            <a:picLocks noChangeAspect="1"/>
          </p:cNvPicPr>
          <p:nvPr/>
        </p:nvPicPr>
        <p:blipFill>
          <a:blip r:embed="rId2"/>
          <a:stretch>
            <a:fillRect/>
          </a:stretch>
        </p:blipFill>
        <p:spPr>
          <a:xfrm>
            <a:off x="8949573" y="248622"/>
            <a:ext cx="2705334" cy="1539373"/>
          </a:xfrm>
          <a:prstGeom prst="rect">
            <a:avLst/>
          </a:prstGeom>
        </p:spPr>
      </p:pic>
      <p:pic>
        <p:nvPicPr>
          <p:cNvPr id="5" name="Picture 4">
            <a:extLst>
              <a:ext uri="{FF2B5EF4-FFF2-40B4-BE49-F238E27FC236}">
                <a16:creationId xmlns:a16="http://schemas.microsoft.com/office/drawing/2014/main" id="{E688A606-FFDF-9549-A010-C07B85C8B6D3}"/>
              </a:ext>
            </a:extLst>
          </p:cNvPr>
          <p:cNvPicPr>
            <a:picLocks noChangeAspect="1"/>
          </p:cNvPicPr>
          <p:nvPr/>
        </p:nvPicPr>
        <p:blipFill>
          <a:blip r:embed="rId3"/>
          <a:stretch>
            <a:fillRect/>
          </a:stretch>
        </p:blipFill>
        <p:spPr>
          <a:xfrm>
            <a:off x="7046912" y="2133600"/>
            <a:ext cx="4625741" cy="4305673"/>
          </a:xfrm>
          <a:prstGeom prst="rect">
            <a:avLst/>
          </a:prstGeom>
        </p:spPr>
      </p:pic>
      <p:sp>
        <p:nvSpPr>
          <p:cNvPr id="6" name="Title 5">
            <a:extLst>
              <a:ext uri="{FF2B5EF4-FFF2-40B4-BE49-F238E27FC236}">
                <a16:creationId xmlns:a16="http://schemas.microsoft.com/office/drawing/2014/main" id="{2323CBBE-1833-3AEF-EA30-E8067BBEA7AB}"/>
              </a:ext>
            </a:extLst>
          </p:cNvPr>
          <p:cNvSpPr>
            <a:spLocks noGrp="1"/>
          </p:cNvSpPr>
          <p:nvPr>
            <p:ph type="title"/>
          </p:nvPr>
        </p:nvSpPr>
        <p:spPr>
          <a:xfrm>
            <a:off x="1063383" y="120212"/>
            <a:ext cx="8911687" cy="1280890"/>
          </a:xfrm>
        </p:spPr>
        <p:txBody>
          <a:bodyPr>
            <a:normAutofit/>
          </a:bodyPr>
          <a:lstStyle/>
          <a:p>
            <a:r>
              <a:rPr lang="en-IN" dirty="0"/>
              <a:t>Destinations along with the reviews</a:t>
            </a:r>
          </a:p>
        </p:txBody>
      </p:sp>
      <p:sp>
        <p:nvSpPr>
          <p:cNvPr id="7" name="Content Placeholder 6">
            <a:extLst>
              <a:ext uri="{FF2B5EF4-FFF2-40B4-BE49-F238E27FC236}">
                <a16:creationId xmlns:a16="http://schemas.microsoft.com/office/drawing/2014/main" id="{8D82D459-EB47-D259-9101-3E4D60454A58}"/>
              </a:ext>
            </a:extLst>
          </p:cNvPr>
          <p:cNvSpPr>
            <a:spLocks noGrp="1"/>
          </p:cNvSpPr>
          <p:nvPr>
            <p:ph idx="1"/>
          </p:nvPr>
        </p:nvSpPr>
        <p:spPr>
          <a:xfrm>
            <a:off x="519347" y="1546168"/>
            <a:ext cx="4044344" cy="3916167"/>
          </a:xfrm>
        </p:spPr>
        <p:txBody>
          <a:bodyPr>
            <a:normAutofit/>
          </a:bodyPr>
          <a:lstStyle/>
          <a:p>
            <a:r>
              <a:rPr lang="en-IN" dirty="0"/>
              <a:t>Here right join is used to show the destinations with the reviews given by other users who have visited the place so that the travellers who will plan their visit get an idea of what they can expect at that destination.</a:t>
            </a:r>
          </a:p>
        </p:txBody>
      </p:sp>
    </p:spTree>
    <p:extLst>
      <p:ext uri="{BB962C8B-B14F-4D97-AF65-F5344CB8AC3E}">
        <p14:creationId xmlns:p14="http://schemas.microsoft.com/office/powerpoint/2010/main" val="568048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8CB8-A87E-98D7-8BE5-A539FCECFCF7}"/>
              </a:ext>
            </a:extLst>
          </p:cNvPr>
          <p:cNvSpPr>
            <a:spLocks noGrp="1"/>
          </p:cNvSpPr>
          <p:nvPr>
            <p:ph type="title"/>
          </p:nvPr>
        </p:nvSpPr>
        <p:spPr>
          <a:xfrm>
            <a:off x="1495645" y="241725"/>
            <a:ext cx="8911687" cy="1280890"/>
          </a:xfrm>
        </p:spPr>
        <p:txBody>
          <a:bodyPr/>
          <a:lstStyle/>
          <a:p>
            <a:r>
              <a:rPr lang="en-IN" dirty="0"/>
              <a:t>Budget friendly stay finder</a:t>
            </a:r>
          </a:p>
        </p:txBody>
      </p:sp>
      <p:pic>
        <p:nvPicPr>
          <p:cNvPr id="9" name="Content Placeholder 8">
            <a:extLst>
              <a:ext uri="{FF2B5EF4-FFF2-40B4-BE49-F238E27FC236}">
                <a16:creationId xmlns:a16="http://schemas.microsoft.com/office/drawing/2014/main" id="{BC68C33A-92CA-0C68-87EB-6B771F8F8997}"/>
              </a:ext>
            </a:extLst>
          </p:cNvPr>
          <p:cNvPicPr>
            <a:picLocks noGrp="1" noChangeAspect="1"/>
          </p:cNvPicPr>
          <p:nvPr>
            <p:ph idx="1"/>
          </p:nvPr>
        </p:nvPicPr>
        <p:blipFill>
          <a:blip r:embed="rId2"/>
          <a:stretch>
            <a:fillRect/>
          </a:stretch>
        </p:blipFill>
        <p:spPr>
          <a:xfrm>
            <a:off x="4162493" y="2148042"/>
            <a:ext cx="5768840" cy="3749365"/>
          </a:xfrm>
          <a:prstGeom prst="rect">
            <a:avLst/>
          </a:prstGeom>
        </p:spPr>
      </p:pic>
      <p:sp>
        <p:nvSpPr>
          <p:cNvPr id="3" name="TextBox 2">
            <a:extLst>
              <a:ext uri="{FF2B5EF4-FFF2-40B4-BE49-F238E27FC236}">
                <a16:creationId xmlns:a16="http://schemas.microsoft.com/office/drawing/2014/main" id="{0773D2A5-C5EF-427B-C281-A0C43FD94504}"/>
              </a:ext>
            </a:extLst>
          </p:cNvPr>
          <p:cNvSpPr txBox="1"/>
          <p:nvPr/>
        </p:nvSpPr>
        <p:spPr>
          <a:xfrm>
            <a:off x="964276" y="1612669"/>
            <a:ext cx="3757353" cy="1477328"/>
          </a:xfrm>
          <a:prstGeom prst="rect">
            <a:avLst/>
          </a:prstGeom>
          <a:noFill/>
        </p:spPr>
        <p:txBody>
          <a:bodyPr wrap="square" rtlCol="0">
            <a:spAutoFit/>
          </a:bodyPr>
          <a:lstStyle/>
          <a:p>
            <a:r>
              <a:rPr lang="en-IN" dirty="0"/>
              <a:t>This query using right join, the hotels with price less than 3000 are shown for different destinations for people travelling on a budget.</a:t>
            </a:r>
          </a:p>
        </p:txBody>
      </p:sp>
    </p:spTree>
    <p:extLst>
      <p:ext uri="{BB962C8B-B14F-4D97-AF65-F5344CB8AC3E}">
        <p14:creationId xmlns:p14="http://schemas.microsoft.com/office/powerpoint/2010/main" val="84083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C239E6-0AE6-CE16-3807-265448ADC9BA}"/>
              </a:ext>
            </a:extLst>
          </p:cNvPr>
          <p:cNvPicPr>
            <a:picLocks noChangeAspect="1"/>
          </p:cNvPicPr>
          <p:nvPr/>
        </p:nvPicPr>
        <p:blipFill>
          <a:blip r:embed="rId2"/>
          <a:stretch>
            <a:fillRect/>
          </a:stretch>
        </p:blipFill>
        <p:spPr>
          <a:xfrm>
            <a:off x="5197407" y="2980392"/>
            <a:ext cx="2911092" cy="1562235"/>
          </a:xfrm>
          <a:prstGeom prst="rect">
            <a:avLst/>
          </a:prstGeom>
        </p:spPr>
      </p:pic>
      <p:pic>
        <p:nvPicPr>
          <p:cNvPr id="5" name="Picture 4">
            <a:extLst>
              <a:ext uri="{FF2B5EF4-FFF2-40B4-BE49-F238E27FC236}">
                <a16:creationId xmlns:a16="http://schemas.microsoft.com/office/drawing/2014/main" id="{94A341A0-447E-B14C-1CEA-FBBEACFBCBEF}"/>
              </a:ext>
            </a:extLst>
          </p:cNvPr>
          <p:cNvPicPr>
            <a:picLocks noChangeAspect="1"/>
          </p:cNvPicPr>
          <p:nvPr/>
        </p:nvPicPr>
        <p:blipFill>
          <a:blip r:embed="rId3"/>
          <a:stretch>
            <a:fillRect/>
          </a:stretch>
        </p:blipFill>
        <p:spPr>
          <a:xfrm>
            <a:off x="8442473" y="2306599"/>
            <a:ext cx="3254022" cy="4206605"/>
          </a:xfrm>
          <a:prstGeom prst="rect">
            <a:avLst/>
          </a:prstGeom>
        </p:spPr>
      </p:pic>
      <p:sp>
        <p:nvSpPr>
          <p:cNvPr id="2" name="Title 1">
            <a:extLst>
              <a:ext uri="{FF2B5EF4-FFF2-40B4-BE49-F238E27FC236}">
                <a16:creationId xmlns:a16="http://schemas.microsoft.com/office/drawing/2014/main" id="{3FDFC0F0-D196-0BEB-1B2C-D98CEC7883ED}"/>
              </a:ext>
            </a:extLst>
          </p:cNvPr>
          <p:cNvSpPr>
            <a:spLocks noGrp="1"/>
          </p:cNvSpPr>
          <p:nvPr>
            <p:ph type="title"/>
          </p:nvPr>
        </p:nvSpPr>
        <p:spPr>
          <a:xfrm>
            <a:off x="1370954" y="270442"/>
            <a:ext cx="8911687" cy="1280890"/>
          </a:xfrm>
        </p:spPr>
        <p:txBody>
          <a:bodyPr>
            <a:normAutofit/>
          </a:bodyPr>
          <a:lstStyle/>
          <a:p>
            <a:r>
              <a:rPr lang="en-IN" dirty="0"/>
              <a:t>Destinations in the same region</a:t>
            </a:r>
          </a:p>
        </p:txBody>
      </p:sp>
      <p:sp>
        <p:nvSpPr>
          <p:cNvPr id="4" name="Content Placeholder 3">
            <a:extLst>
              <a:ext uri="{FF2B5EF4-FFF2-40B4-BE49-F238E27FC236}">
                <a16:creationId xmlns:a16="http://schemas.microsoft.com/office/drawing/2014/main" id="{A6BDC2DE-70C4-C654-F53E-B27A0BDB5348}"/>
              </a:ext>
            </a:extLst>
          </p:cNvPr>
          <p:cNvSpPr>
            <a:spLocks noGrp="1"/>
          </p:cNvSpPr>
          <p:nvPr>
            <p:ph idx="1"/>
          </p:nvPr>
        </p:nvSpPr>
        <p:spPr>
          <a:xfrm>
            <a:off x="966229" y="1343891"/>
            <a:ext cx="5158250" cy="3777622"/>
          </a:xfrm>
        </p:spPr>
        <p:txBody>
          <a:bodyPr/>
          <a:lstStyle/>
          <a:p>
            <a:r>
              <a:rPr lang="en-US" dirty="0"/>
              <a:t>This SELF JOIN compares the Destinations table with itself to find different tourist destinations located in the same region, helping travelers discover nearby places to include in their trip while avoiding duplicate pairs.</a:t>
            </a:r>
            <a:endParaRPr lang="en-IN" dirty="0"/>
          </a:p>
          <a:p>
            <a:endParaRPr lang="en-IN" dirty="0"/>
          </a:p>
        </p:txBody>
      </p:sp>
    </p:spTree>
    <p:extLst>
      <p:ext uri="{BB962C8B-B14F-4D97-AF65-F5344CB8AC3E}">
        <p14:creationId xmlns:p14="http://schemas.microsoft.com/office/powerpoint/2010/main" val="164740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69405F-A0B6-0034-8BC5-91D47A7F1ED8}"/>
              </a:ext>
            </a:extLst>
          </p:cNvPr>
          <p:cNvPicPr>
            <a:picLocks noChangeAspect="1"/>
          </p:cNvPicPr>
          <p:nvPr/>
        </p:nvPicPr>
        <p:blipFill>
          <a:blip r:embed="rId2"/>
          <a:stretch>
            <a:fillRect/>
          </a:stretch>
        </p:blipFill>
        <p:spPr>
          <a:xfrm>
            <a:off x="5670390" y="973518"/>
            <a:ext cx="6370872" cy="5692633"/>
          </a:xfrm>
          <a:prstGeom prst="rect">
            <a:avLst/>
          </a:prstGeom>
        </p:spPr>
      </p:pic>
      <p:sp>
        <p:nvSpPr>
          <p:cNvPr id="2" name="Title 1">
            <a:extLst>
              <a:ext uri="{FF2B5EF4-FFF2-40B4-BE49-F238E27FC236}">
                <a16:creationId xmlns:a16="http://schemas.microsoft.com/office/drawing/2014/main" id="{FAF021BD-0A5C-44E3-615D-B14103B3EF9D}"/>
              </a:ext>
            </a:extLst>
          </p:cNvPr>
          <p:cNvSpPr>
            <a:spLocks noGrp="1"/>
          </p:cNvSpPr>
          <p:nvPr>
            <p:ph type="title"/>
          </p:nvPr>
        </p:nvSpPr>
        <p:spPr>
          <a:xfrm>
            <a:off x="1071696" y="191849"/>
            <a:ext cx="8911687" cy="1280890"/>
          </a:xfrm>
        </p:spPr>
        <p:txBody>
          <a:bodyPr>
            <a:normAutofit/>
          </a:bodyPr>
          <a:lstStyle/>
          <a:p>
            <a:r>
              <a:rPr lang="en-IN" dirty="0"/>
              <a:t>Destinations with the hotels available there</a:t>
            </a:r>
          </a:p>
        </p:txBody>
      </p:sp>
      <p:sp>
        <p:nvSpPr>
          <p:cNvPr id="5" name="Content Placeholder 4">
            <a:extLst>
              <a:ext uri="{FF2B5EF4-FFF2-40B4-BE49-F238E27FC236}">
                <a16:creationId xmlns:a16="http://schemas.microsoft.com/office/drawing/2014/main" id="{B2539D16-DF28-ABC2-B194-AE00437A03F9}"/>
              </a:ext>
            </a:extLst>
          </p:cNvPr>
          <p:cNvSpPr>
            <a:spLocks noGrp="1"/>
          </p:cNvSpPr>
          <p:nvPr>
            <p:ph idx="1"/>
          </p:nvPr>
        </p:nvSpPr>
        <p:spPr>
          <a:xfrm>
            <a:off x="344775" y="1540189"/>
            <a:ext cx="4892243" cy="3777622"/>
          </a:xfrm>
        </p:spPr>
        <p:txBody>
          <a:bodyPr/>
          <a:lstStyle/>
          <a:p>
            <a:r>
              <a:rPr lang="en-IN" dirty="0"/>
              <a:t>This query ,using a left join shows the hotels available at the destinations.</a:t>
            </a:r>
          </a:p>
        </p:txBody>
      </p:sp>
    </p:spTree>
    <p:extLst>
      <p:ext uri="{BB962C8B-B14F-4D97-AF65-F5344CB8AC3E}">
        <p14:creationId xmlns:p14="http://schemas.microsoft.com/office/powerpoint/2010/main" val="4171546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F051DD-AE64-245E-B79D-195D35E1C78D}"/>
              </a:ext>
            </a:extLst>
          </p:cNvPr>
          <p:cNvSpPr>
            <a:spLocks noGrp="1"/>
          </p:cNvSpPr>
          <p:nvPr>
            <p:ph type="title"/>
          </p:nvPr>
        </p:nvSpPr>
        <p:spPr/>
        <p:txBody>
          <a:bodyPr/>
          <a:lstStyle/>
          <a:p>
            <a:r>
              <a:rPr lang="en-IN" dirty="0"/>
              <a:t>SUBQUERIES</a:t>
            </a:r>
          </a:p>
        </p:txBody>
      </p:sp>
      <p:pic>
        <p:nvPicPr>
          <p:cNvPr id="4" name="Picture 3">
            <a:extLst>
              <a:ext uri="{FF2B5EF4-FFF2-40B4-BE49-F238E27FC236}">
                <a16:creationId xmlns:a16="http://schemas.microsoft.com/office/drawing/2014/main" id="{0F44F087-EDBC-3F08-CA9B-DCAF5E0D282E}"/>
              </a:ext>
            </a:extLst>
          </p:cNvPr>
          <p:cNvPicPr>
            <a:picLocks noChangeAspect="1"/>
          </p:cNvPicPr>
          <p:nvPr/>
        </p:nvPicPr>
        <p:blipFill>
          <a:blip r:embed="rId2"/>
          <a:stretch>
            <a:fillRect/>
          </a:stretch>
        </p:blipFill>
        <p:spPr>
          <a:xfrm>
            <a:off x="589804" y="2693325"/>
            <a:ext cx="4160804" cy="2726044"/>
          </a:xfrm>
          <a:prstGeom prst="rect">
            <a:avLst/>
          </a:prstGeom>
        </p:spPr>
      </p:pic>
      <p:pic>
        <p:nvPicPr>
          <p:cNvPr id="6" name="Picture 5">
            <a:extLst>
              <a:ext uri="{FF2B5EF4-FFF2-40B4-BE49-F238E27FC236}">
                <a16:creationId xmlns:a16="http://schemas.microsoft.com/office/drawing/2014/main" id="{62769E6F-9E58-BE4D-9348-6F37298A9E0A}"/>
              </a:ext>
            </a:extLst>
          </p:cNvPr>
          <p:cNvPicPr>
            <a:picLocks noChangeAspect="1"/>
          </p:cNvPicPr>
          <p:nvPr/>
        </p:nvPicPr>
        <p:blipFill>
          <a:blip r:embed="rId3"/>
          <a:stretch>
            <a:fillRect/>
          </a:stretch>
        </p:blipFill>
        <p:spPr>
          <a:xfrm>
            <a:off x="6770714" y="2693325"/>
            <a:ext cx="4281395" cy="2726044"/>
          </a:xfrm>
          <a:prstGeom prst="rect">
            <a:avLst/>
          </a:prstGeom>
        </p:spPr>
      </p:pic>
      <p:pic>
        <p:nvPicPr>
          <p:cNvPr id="8" name="Picture 7">
            <a:extLst>
              <a:ext uri="{FF2B5EF4-FFF2-40B4-BE49-F238E27FC236}">
                <a16:creationId xmlns:a16="http://schemas.microsoft.com/office/drawing/2014/main" id="{4F60BA11-6166-254B-DAC4-610A5A3D8363}"/>
              </a:ext>
            </a:extLst>
          </p:cNvPr>
          <p:cNvPicPr>
            <a:picLocks noChangeAspect="1"/>
          </p:cNvPicPr>
          <p:nvPr/>
        </p:nvPicPr>
        <p:blipFill>
          <a:blip r:embed="rId4"/>
          <a:stretch>
            <a:fillRect/>
          </a:stretch>
        </p:blipFill>
        <p:spPr>
          <a:xfrm>
            <a:off x="4750607" y="2693325"/>
            <a:ext cx="2052811" cy="2726044"/>
          </a:xfrm>
          <a:prstGeom prst="rect">
            <a:avLst/>
          </a:prstGeom>
        </p:spPr>
      </p:pic>
    </p:spTree>
    <p:extLst>
      <p:ext uri="{BB962C8B-B14F-4D97-AF65-F5344CB8AC3E}">
        <p14:creationId xmlns:p14="http://schemas.microsoft.com/office/powerpoint/2010/main" val="1507169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27EC57-654E-3583-D1F9-CCDF532C6549}"/>
              </a:ext>
            </a:extLst>
          </p:cNvPr>
          <p:cNvPicPr>
            <a:picLocks noChangeAspect="1"/>
          </p:cNvPicPr>
          <p:nvPr/>
        </p:nvPicPr>
        <p:blipFill>
          <a:blip r:embed="rId2"/>
          <a:stretch>
            <a:fillRect/>
          </a:stretch>
        </p:blipFill>
        <p:spPr>
          <a:xfrm>
            <a:off x="8044495" y="2084120"/>
            <a:ext cx="3368332" cy="990686"/>
          </a:xfrm>
          <a:prstGeom prst="rect">
            <a:avLst/>
          </a:prstGeom>
        </p:spPr>
      </p:pic>
      <p:pic>
        <p:nvPicPr>
          <p:cNvPr id="5" name="Picture 4">
            <a:extLst>
              <a:ext uri="{FF2B5EF4-FFF2-40B4-BE49-F238E27FC236}">
                <a16:creationId xmlns:a16="http://schemas.microsoft.com/office/drawing/2014/main" id="{DED11AFC-9FFA-06A8-9AA1-57C111B5CB65}"/>
              </a:ext>
            </a:extLst>
          </p:cNvPr>
          <p:cNvPicPr>
            <a:picLocks noChangeAspect="1"/>
          </p:cNvPicPr>
          <p:nvPr/>
        </p:nvPicPr>
        <p:blipFill>
          <a:blip r:embed="rId3"/>
          <a:stretch>
            <a:fillRect/>
          </a:stretch>
        </p:blipFill>
        <p:spPr>
          <a:xfrm>
            <a:off x="7819686" y="3337807"/>
            <a:ext cx="3817951" cy="2293819"/>
          </a:xfrm>
          <a:prstGeom prst="rect">
            <a:avLst/>
          </a:prstGeom>
        </p:spPr>
      </p:pic>
      <p:sp>
        <p:nvSpPr>
          <p:cNvPr id="8" name="TextBox 7">
            <a:extLst>
              <a:ext uri="{FF2B5EF4-FFF2-40B4-BE49-F238E27FC236}">
                <a16:creationId xmlns:a16="http://schemas.microsoft.com/office/drawing/2014/main" id="{1BF68119-363D-7A69-E245-222432197957}"/>
              </a:ext>
            </a:extLst>
          </p:cNvPr>
          <p:cNvSpPr txBox="1"/>
          <p:nvPr/>
        </p:nvSpPr>
        <p:spPr>
          <a:xfrm>
            <a:off x="904009" y="1875703"/>
            <a:ext cx="6097384" cy="369332"/>
          </a:xfrm>
          <a:prstGeom prst="rect">
            <a:avLst/>
          </a:prstGeom>
          <a:noFill/>
        </p:spPr>
        <p:txBody>
          <a:bodyPr wrap="square">
            <a:spAutoFit/>
          </a:bodyPr>
          <a:lstStyle/>
          <a:p>
            <a:r>
              <a:rPr lang="en-US" dirty="0"/>
              <a:t>."</a:t>
            </a:r>
            <a:endParaRPr lang="en-IN" dirty="0"/>
          </a:p>
        </p:txBody>
      </p:sp>
      <p:sp>
        <p:nvSpPr>
          <p:cNvPr id="2" name="Title 1">
            <a:extLst>
              <a:ext uri="{FF2B5EF4-FFF2-40B4-BE49-F238E27FC236}">
                <a16:creationId xmlns:a16="http://schemas.microsoft.com/office/drawing/2014/main" id="{FCFDB1B7-3A43-0AA2-DF7D-F54301B8D454}"/>
              </a:ext>
            </a:extLst>
          </p:cNvPr>
          <p:cNvSpPr>
            <a:spLocks noGrp="1"/>
          </p:cNvSpPr>
          <p:nvPr>
            <p:ph type="title"/>
          </p:nvPr>
        </p:nvSpPr>
        <p:spPr>
          <a:xfrm>
            <a:off x="1420830" y="208985"/>
            <a:ext cx="8911687" cy="619883"/>
          </a:xfrm>
        </p:spPr>
        <p:txBody>
          <a:bodyPr>
            <a:normAutofit fontScale="90000"/>
          </a:bodyPr>
          <a:lstStyle/>
          <a:p>
            <a:r>
              <a:rPr lang="en-IN" dirty="0"/>
              <a:t>Showing hotels less than the average price of the hotels we have listed </a:t>
            </a:r>
            <a:br>
              <a:rPr lang="en-IN" dirty="0"/>
            </a:br>
            <a:endParaRPr lang="en-IN" dirty="0"/>
          </a:p>
        </p:txBody>
      </p:sp>
      <p:sp>
        <p:nvSpPr>
          <p:cNvPr id="4" name="Content Placeholder 3">
            <a:extLst>
              <a:ext uri="{FF2B5EF4-FFF2-40B4-BE49-F238E27FC236}">
                <a16:creationId xmlns:a16="http://schemas.microsoft.com/office/drawing/2014/main" id="{B031BC1B-0C84-CC82-CD29-C2745DA3E127}"/>
              </a:ext>
            </a:extLst>
          </p:cNvPr>
          <p:cNvSpPr>
            <a:spLocks noGrp="1"/>
          </p:cNvSpPr>
          <p:nvPr>
            <p:ph idx="1"/>
          </p:nvPr>
        </p:nvSpPr>
        <p:spPr>
          <a:xfrm>
            <a:off x="1420830" y="1640045"/>
            <a:ext cx="5208126" cy="3777622"/>
          </a:xfrm>
        </p:spPr>
        <p:txBody>
          <a:bodyPr/>
          <a:lstStyle/>
          <a:p>
            <a:r>
              <a:rPr lang="en-US" dirty="0"/>
              <a:t>This query displays hotels whose price is below the average price of all hotels, helping tourists identify budget-friendly accommodation across Maharashtra.(corelated subquery)</a:t>
            </a:r>
            <a:endParaRPr lang="en-IN" dirty="0"/>
          </a:p>
        </p:txBody>
      </p:sp>
    </p:spTree>
    <p:extLst>
      <p:ext uri="{BB962C8B-B14F-4D97-AF65-F5344CB8AC3E}">
        <p14:creationId xmlns:p14="http://schemas.microsoft.com/office/powerpoint/2010/main" val="3843185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58BB04-BCB1-74E3-21CA-21E8E31E6E2C}"/>
              </a:ext>
            </a:extLst>
          </p:cNvPr>
          <p:cNvSpPr txBox="1"/>
          <p:nvPr/>
        </p:nvSpPr>
        <p:spPr>
          <a:xfrm>
            <a:off x="1471352" y="2643186"/>
            <a:ext cx="3408218" cy="2308324"/>
          </a:xfrm>
          <a:prstGeom prst="rect">
            <a:avLst/>
          </a:prstGeom>
          <a:noFill/>
        </p:spPr>
        <p:txBody>
          <a:bodyPr wrap="square" rtlCol="0">
            <a:spAutoFit/>
          </a:bodyPr>
          <a:lstStyle/>
          <a:p>
            <a:r>
              <a:rPr lang="en-US" dirty="0"/>
              <a:t>Displays all festivals celebrated in the same month as Ashadhi Ekadashi using a single-row subquery</a:t>
            </a:r>
            <a:r>
              <a:rPr lang="en-US" b="1" dirty="0"/>
              <a:t>.</a:t>
            </a:r>
            <a:r>
              <a:rPr lang="en-US" dirty="0"/>
              <a:t> This helps tourists discover other festivals occurring during the same travel season.</a:t>
            </a:r>
            <a:endParaRPr lang="en-IN" dirty="0"/>
          </a:p>
        </p:txBody>
      </p:sp>
      <p:pic>
        <p:nvPicPr>
          <p:cNvPr id="6" name="Picture 5">
            <a:extLst>
              <a:ext uri="{FF2B5EF4-FFF2-40B4-BE49-F238E27FC236}">
                <a16:creationId xmlns:a16="http://schemas.microsoft.com/office/drawing/2014/main" id="{45D4C21F-3339-90DF-65ED-E1CE822B5DDA}"/>
              </a:ext>
            </a:extLst>
          </p:cNvPr>
          <p:cNvPicPr>
            <a:picLocks noChangeAspect="1"/>
          </p:cNvPicPr>
          <p:nvPr/>
        </p:nvPicPr>
        <p:blipFill>
          <a:blip r:embed="rId2"/>
          <a:stretch>
            <a:fillRect/>
          </a:stretch>
        </p:blipFill>
        <p:spPr>
          <a:xfrm>
            <a:off x="7312432" y="2166746"/>
            <a:ext cx="4198984" cy="1425063"/>
          </a:xfrm>
          <a:prstGeom prst="rect">
            <a:avLst/>
          </a:prstGeom>
        </p:spPr>
      </p:pic>
      <p:pic>
        <p:nvPicPr>
          <p:cNvPr id="8" name="Picture 7">
            <a:extLst>
              <a:ext uri="{FF2B5EF4-FFF2-40B4-BE49-F238E27FC236}">
                <a16:creationId xmlns:a16="http://schemas.microsoft.com/office/drawing/2014/main" id="{71BC2748-F2F2-174D-3BF8-35B9EF03E6EC}"/>
              </a:ext>
            </a:extLst>
          </p:cNvPr>
          <p:cNvPicPr>
            <a:picLocks noChangeAspect="1"/>
          </p:cNvPicPr>
          <p:nvPr/>
        </p:nvPicPr>
        <p:blipFill>
          <a:blip r:embed="rId3"/>
          <a:stretch>
            <a:fillRect/>
          </a:stretch>
        </p:blipFill>
        <p:spPr>
          <a:xfrm>
            <a:off x="8464984" y="3676607"/>
            <a:ext cx="3292125" cy="967824"/>
          </a:xfrm>
          <a:prstGeom prst="rect">
            <a:avLst/>
          </a:prstGeom>
        </p:spPr>
      </p:pic>
      <p:sp>
        <p:nvSpPr>
          <p:cNvPr id="2" name="Title 1">
            <a:extLst>
              <a:ext uri="{FF2B5EF4-FFF2-40B4-BE49-F238E27FC236}">
                <a16:creationId xmlns:a16="http://schemas.microsoft.com/office/drawing/2014/main" id="{6EC59B72-0F8B-F1AA-C8EB-3F6D4AC20F38}"/>
              </a:ext>
            </a:extLst>
          </p:cNvPr>
          <p:cNvSpPr>
            <a:spLocks noGrp="1"/>
          </p:cNvSpPr>
          <p:nvPr>
            <p:ph type="ctrTitle"/>
          </p:nvPr>
        </p:nvSpPr>
        <p:spPr>
          <a:xfrm>
            <a:off x="943294" y="290946"/>
            <a:ext cx="5831580" cy="1047404"/>
          </a:xfrm>
        </p:spPr>
        <p:txBody>
          <a:bodyPr>
            <a:normAutofit fontScale="90000"/>
          </a:bodyPr>
          <a:lstStyle/>
          <a:p>
            <a:r>
              <a:rPr lang="en-IN" sz="3200" dirty="0"/>
              <a:t>Festivals celebrated in the same month</a:t>
            </a:r>
          </a:p>
        </p:txBody>
      </p:sp>
    </p:spTree>
    <p:extLst>
      <p:ext uri="{BB962C8B-B14F-4D97-AF65-F5344CB8AC3E}">
        <p14:creationId xmlns:p14="http://schemas.microsoft.com/office/powerpoint/2010/main" val="19773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97BE29-AF52-732C-30BE-5820D468CC9A}"/>
              </a:ext>
            </a:extLst>
          </p:cNvPr>
          <p:cNvPicPr>
            <a:picLocks noChangeAspect="1"/>
          </p:cNvPicPr>
          <p:nvPr/>
        </p:nvPicPr>
        <p:blipFill>
          <a:blip r:embed="rId2"/>
          <a:stretch>
            <a:fillRect/>
          </a:stretch>
        </p:blipFill>
        <p:spPr>
          <a:xfrm>
            <a:off x="4228954" y="3912459"/>
            <a:ext cx="3368332" cy="1493649"/>
          </a:xfrm>
          <a:prstGeom prst="rect">
            <a:avLst/>
          </a:prstGeom>
        </p:spPr>
      </p:pic>
      <p:pic>
        <p:nvPicPr>
          <p:cNvPr id="5" name="Picture 4">
            <a:extLst>
              <a:ext uri="{FF2B5EF4-FFF2-40B4-BE49-F238E27FC236}">
                <a16:creationId xmlns:a16="http://schemas.microsoft.com/office/drawing/2014/main" id="{34F43167-45AC-42A7-EE3E-4B4F9E50C725}"/>
              </a:ext>
            </a:extLst>
          </p:cNvPr>
          <p:cNvPicPr>
            <a:picLocks noChangeAspect="1"/>
          </p:cNvPicPr>
          <p:nvPr/>
        </p:nvPicPr>
        <p:blipFill>
          <a:blip r:embed="rId3"/>
          <a:stretch>
            <a:fillRect/>
          </a:stretch>
        </p:blipFill>
        <p:spPr>
          <a:xfrm>
            <a:off x="7826957" y="2833738"/>
            <a:ext cx="3886537" cy="3162574"/>
          </a:xfrm>
          <a:prstGeom prst="rect">
            <a:avLst/>
          </a:prstGeom>
        </p:spPr>
      </p:pic>
      <p:sp>
        <p:nvSpPr>
          <p:cNvPr id="2" name="Title 1">
            <a:extLst>
              <a:ext uri="{FF2B5EF4-FFF2-40B4-BE49-F238E27FC236}">
                <a16:creationId xmlns:a16="http://schemas.microsoft.com/office/drawing/2014/main" id="{EBA1CF92-033E-6126-376D-9A56117F568F}"/>
              </a:ext>
            </a:extLst>
          </p:cNvPr>
          <p:cNvSpPr>
            <a:spLocks noGrp="1"/>
          </p:cNvSpPr>
          <p:nvPr>
            <p:ph type="title"/>
          </p:nvPr>
        </p:nvSpPr>
        <p:spPr>
          <a:xfrm>
            <a:off x="1337703" y="216754"/>
            <a:ext cx="8911687" cy="1280890"/>
          </a:xfrm>
        </p:spPr>
        <p:txBody>
          <a:bodyPr/>
          <a:lstStyle/>
          <a:p>
            <a:r>
              <a:rPr lang="en-IN" dirty="0"/>
              <a:t>Hotels with 5 star rating</a:t>
            </a:r>
          </a:p>
        </p:txBody>
      </p:sp>
      <p:sp>
        <p:nvSpPr>
          <p:cNvPr id="4" name="Content Placeholder 3">
            <a:extLst>
              <a:ext uri="{FF2B5EF4-FFF2-40B4-BE49-F238E27FC236}">
                <a16:creationId xmlns:a16="http://schemas.microsoft.com/office/drawing/2014/main" id="{457A8144-465E-6E5D-F21E-C3432632673F}"/>
              </a:ext>
            </a:extLst>
          </p:cNvPr>
          <p:cNvSpPr>
            <a:spLocks noGrp="1"/>
          </p:cNvSpPr>
          <p:nvPr>
            <p:ph idx="1"/>
          </p:nvPr>
        </p:nvSpPr>
        <p:spPr>
          <a:xfrm>
            <a:off x="812569" y="1294014"/>
            <a:ext cx="5000308" cy="3777622"/>
          </a:xfrm>
        </p:spPr>
        <p:txBody>
          <a:bodyPr/>
          <a:lstStyle/>
          <a:p>
            <a:r>
              <a:rPr lang="en-US" dirty="0"/>
              <a:t>This query (multirow query) finds hotels located in destinations that have received at least one 5-star review. It helps tourists discover accommodation in highly rated destinations.</a:t>
            </a:r>
          </a:p>
          <a:p>
            <a:endParaRPr lang="en-IN" dirty="0"/>
          </a:p>
        </p:txBody>
      </p:sp>
    </p:spTree>
    <p:extLst>
      <p:ext uri="{BB962C8B-B14F-4D97-AF65-F5344CB8AC3E}">
        <p14:creationId xmlns:p14="http://schemas.microsoft.com/office/powerpoint/2010/main" val="3337420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65BB0B-849F-B8B7-6687-68D17800696A}"/>
              </a:ext>
            </a:extLst>
          </p:cNvPr>
          <p:cNvPicPr>
            <a:picLocks noChangeAspect="1"/>
          </p:cNvPicPr>
          <p:nvPr/>
        </p:nvPicPr>
        <p:blipFill>
          <a:blip r:embed="rId2"/>
          <a:stretch>
            <a:fillRect/>
          </a:stretch>
        </p:blipFill>
        <p:spPr>
          <a:xfrm>
            <a:off x="7531135" y="1628575"/>
            <a:ext cx="4511431" cy="624894"/>
          </a:xfrm>
          <a:prstGeom prst="rect">
            <a:avLst/>
          </a:prstGeom>
        </p:spPr>
      </p:pic>
      <p:sp>
        <p:nvSpPr>
          <p:cNvPr id="6" name="TextBox 5">
            <a:extLst>
              <a:ext uri="{FF2B5EF4-FFF2-40B4-BE49-F238E27FC236}">
                <a16:creationId xmlns:a16="http://schemas.microsoft.com/office/drawing/2014/main" id="{C08FA785-69FE-FF8F-C9C7-6DE67C1A01F9}"/>
              </a:ext>
            </a:extLst>
          </p:cNvPr>
          <p:cNvSpPr txBox="1"/>
          <p:nvPr/>
        </p:nvSpPr>
        <p:spPr>
          <a:xfrm>
            <a:off x="2261062" y="1321724"/>
            <a:ext cx="2510443" cy="369332"/>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194CD669-F7B2-E644-1219-4DDEAA33992C}"/>
              </a:ext>
            </a:extLst>
          </p:cNvPr>
          <p:cNvPicPr>
            <a:picLocks noChangeAspect="1"/>
          </p:cNvPicPr>
          <p:nvPr/>
        </p:nvPicPr>
        <p:blipFill>
          <a:blip r:embed="rId3"/>
          <a:stretch>
            <a:fillRect/>
          </a:stretch>
        </p:blipFill>
        <p:spPr>
          <a:xfrm>
            <a:off x="8439052" y="2744214"/>
            <a:ext cx="2263336" cy="571550"/>
          </a:xfrm>
          <a:prstGeom prst="rect">
            <a:avLst/>
          </a:prstGeom>
        </p:spPr>
      </p:pic>
      <p:sp>
        <p:nvSpPr>
          <p:cNvPr id="2" name="Title 1">
            <a:extLst>
              <a:ext uri="{FF2B5EF4-FFF2-40B4-BE49-F238E27FC236}">
                <a16:creationId xmlns:a16="http://schemas.microsoft.com/office/drawing/2014/main" id="{11AEA889-9E86-655D-3925-F760153BF1AF}"/>
              </a:ext>
            </a:extLst>
          </p:cNvPr>
          <p:cNvSpPr>
            <a:spLocks noGrp="1"/>
          </p:cNvSpPr>
          <p:nvPr>
            <p:ph type="title"/>
          </p:nvPr>
        </p:nvSpPr>
        <p:spPr>
          <a:xfrm>
            <a:off x="1620983" y="624110"/>
            <a:ext cx="6201294" cy="1280890"/>
          </a:xfrm>
        </p:spPr>
        <p:txBody>
          <a:bodyPr>
            <a:normAutofit/>
          </a:bodyPr>
          <a:lstStyle/>
          <a:p>
            <a:r>
              <a:rPr lang="en-IN" dirty="0"/>
              <a:t>Latest Blogpost shared on the website</a:t>
            </a:r>
          </a:p>
        </p:txBody>
      </p:sp>
      <p:sp>
        <p:nvSpPr>
          <p:cNvPr id="4" name="Content Placeholder 3">
            <a:extLst>
              <a:ext uri="{FF2B5EF4-FFF2-40B4-BE49-F238E27FC236}">
                <a16:creationId xmlns:a16="http://schemas.microsoft.com/office/drawing/2014/main" id="{1566AEC0-1C83-1378-78B2-8A22CABA9E3E}"/>
              </a:ext>
            </a:extLst>
          </p:cNvPr>
          <p:cNvSpPr>
            <a:spLocks noGrp="1"/>
          </p:cNvSpPr>
          <p:nvPr>
            <p:ph idx="1"/>
          </p:nvPr>
        </p:nvSpPr>
        <p:spPr>
          <a:xfrm>
            <a:off x="552594" y="2067098"/>
            <a:ext cx="6903922" cy="3777622"/>
          </a:xfrm>
        </p:spPr>
        <p:txBody>
          <a:bodyPr/>
          <a:lstStyle/>
          <a:p>
            <a:r>
              <a:rPr lang="en-IN" dirty="0"/>
              <a:t>This subquery shows the lastest blogposts shared on the website using singlerow subquery.</a:t>
            </a:r>
          </a:p>
          <a:p>
            <a:pPr marL="0" indent="0">
              <a:buNone/>
            </a:pPr>
            <a:endParaRPr lang="en-IN" dirty="0"/>
          </a:p>
        </p:txBody>
      </p:sp>
    </p:spTree>
    <p:extLst>
      <p:ext uri="{BB962C8B-B14F-4D97-AF65-F5344CB8AC3E}">
        <p14:creationId xmlns:p14="http://schemas.microsoft.com/office/powerpoint/2010/main" val="2412346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CE76C4-2F9F-4FA0-2C16-71B4605F143C}"/>
              </a:ext>
            </a:extLst>
          </p:cNvPr>
          <p:cNvPicPr>
            <a:picLocks noChangeAspect="1"/>
          </p:cNvPicPr>
          <p:nvPr/>
        </p:nvPicPr>
        <p:blipFill>
          <a:blip r:embed="rId2"/>
          <a:stretch>
            <a:fillRect/>
          </a:stretch>
        </p:blipFill>
        <p:spPr>
          <a:xfrm>
            <a:off x="5615072" y="4016548"/>
            <a:ext cx="2065199" cy="1638442"/>
          </a:xfrm>
          <a:prstGeom prst="rect">
            <a:avLst/>
          </a:prstGeom>
        </p:spPr>
      </p:pic>
      <p:pic>
        <p:nvPicPr>
          <p:cNvPr id="5" name="Picture 4">
            <a:extLst>
              <a:ext uri="{FF2B5EF4-FFF2-40B4-BE49-F238E27FC236}">
                <a16:creationId xmlns:a16="http://schemas.microsoft.com/office/drawing/2014/main" id="{493DC4C8-C229-AAC6-92AC-2C1566449F91}"/>
              </a:ext>
            </a:extLst>
          </p:cNvPr>
          <p:cNvPicPr>
            <a:picLocks noChangeAspect="1"/>
          </p:cNvPicPr>
          <p:nvPr/>
        </p:nvPicPr>
        <p:blipFill>
          <a:blip r:embed="rId3"/>
          <a:stretch>
            <a:fillRect/>
          </a:stretch>
        </p:blipFill>
        <p:spPr>
          <a:xfrm>
            <a:off x="7768068" y="3763848"/>
            <a:ext cx="4054191" cy="1806097"/>
          </a:xfrm>
          <a:prstGeom prst="rect">
            <a:avLst/>
          </a:prstGeom>
        </p:spPr>
      </p:pic>
      <p:sp>
        <p:nvSpPr>
          <p:cNvPr id="2" name="Title 1">
            <a:extLst>
              <a:ext uri="{FF2B5EF4-FFF2-40B4-BE49-F238E27FC236}">
                <a16:creationId xmlns:a16="http://schemas.microsoft.com/office/drawing/2014/main" id="{BBBEAA60-F0CF-C3C8-E8DC-F4CD7B2C403E}"/>
              </a:ext>
            </a:extLst>
          </p:cNvPr>
          <p:cNvSpPr>
            <a:spLocks noGrp="1"/>
          </p:cNvSpPr>
          <p:nvPr>
            <p:ph type="title"/>
          </p:nvPr>
        </p:nvSpPr>
        <p:spPr>
          <a:xfrm>
            <a:off x="1454082" y="228935"/>
            <a:ext cx="8911687" cy="717843"/>
          </a:xfrm>
        </p:spPr>
        <p:txBody>
          <a:bodyPr>
            <a:normAutofit/>
          </a:bodyPr>
          <a:lstStyle/>
          <a:p>
            <a:r>
              <a:rPr lang="en-IN" dirty="0"/>
              <a:t>Destinations with Multiple Blogposts</a:t>
            </a:r>
          </a:p>
        </p:txBody>
      </p:sp>
      <p:sp>
        <p:nvSpPr>
          <p:cNvPr id="4" name="Content Placeholder 3">
            <a:extLst>
              <a:ext uri="{FF2B5EF4-FFF2-40B4-BE49-F238E27FC236}">
                <a16:creationId xmlns:a16="http://schemas.microsoft.com/office/drawing/2014/main" id="{7300304F-E514-279E-D792-227666F6FB42}"/>
              </a:ext>
            </a:extLst>
          </p:cNvPr>
          <p:cNvSpPr>
            <a:spLocks noGrp="1"/>
          </p:cNvSpPr>
          <p:nvPr>
            <p:ph idx="1"/>
          </p:nvPr>
        </p:nvSpPr>
        <p:spPr>
          <a:xfrm>
            <a:off x="984856" y="1540189"/>
            <a:ext cx="4784177" cy="3777622"/>
          </a:xfrm>
        </p:spPr>
        <p:txBody>
          <a:bodyPr/>
          <a:lstStyle/>
          <a:p>
            <a:r>
              <a:rPr lang="en-US" dirty="0"/>
              <a:t>This query displays destinations that have multiple travel blogs, indicating popular places with extensive travel experiences shared by different authors using multiline subquery</a:t>
            </a:r>
            <a:endParaRPr lang="en-IN" dirty="0"/>
          </a:p>
          <a:p>
            <a:endParaRPr lang="en-IN" dirty="0"/>
          </a:p>
        </p:txBody>
      </p:sp>
    </p:spTree>
    <p:extLst>
      <p:ext uri="{BB962C8B-B14F-4D97-AF65-F5344CB8AC3E}">
        <p14:creationId xmlns:p14="http://schemas.microsoft.com/office/powerpoint/2010/main" val="1857102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C8255A-24A9-097F-A412-1893DC8C547C}"/>
              </a:ext>
            </a:extLst>
          </p:cNvPr>
          <p:cNvSpPr>
            <a:spLocks noGrp="1"/>
          </p:cNvSpPr>
          <p:nvPr>
            <p:ph type="title"/>
          </p:nvPr>
        </p:nvSpPr>
        <p:spPr/>
        <p:txBody>
          <a:bodyPr/>
          <a:lstStyle/>
          <a:p>
            <a:r>
              <a:rPr lang="en-IN" dirty="0"/>
              <a:t>VIEWS</a:t>
            </a:r>
          </a:p>
        </p:txBody>
      </p:sp>
    </p:spTree>
    <p:extLst>
      <p:ext uri="{BB962C8B-B14F-4D97-AF65-F5344CB8AC3E}">
        <p14:creationId xmlns:p14="http://schemas.microsoft.com/office/powerpoint/2010/main" val="2633633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4F8B-ACA2-88D7-1A28-DC613F03FF6C}"/>
              </a:ext>
            </a:extLst>
          </p:cNvPr>
          <p:cNvSpPr>
            <a:spLocks noGrp="1"/>
          </p:cNvSpPr>
          <p:nvPr>
            <p:ph type="title"/>
          </p:nvPr>
        </p:nvSpPr>
        <p:spPr/>
        <p:txBody>
          <a:bodyPr/>
          <a:lstStyle/>
          <a:p>
            <a:r>
              <a:rPr lang="en-IN" dirty="0"/>
              <a:t>Views- top rated destinations</a:t>
            </a:r>
          </a:p>
        </p:txBody>
      </p:sp>
      <p:pic>
        <p:nvPicPr>
          <p:cNvPr id="5" name="Content Placeholder 4">
            <a:extLst>
              <a:ext uri="{FF2B5EF4-FFF2-40B4-BE49-F238E27FC236}">
                <a16:creationId xmlns:a16="http://schemas.microsoft.com/office/drawing/2014/main" id="{47C7267F-12D8-4137-8C39-BBBD9C8FDA4B}"/>
              </a:ext>
            </a:extLst>
          </p:cNvPr>
          <p:cNvPicPr>
            <a:picLocks noGrp="1" noChangeAspect="1"/>
          </p:cNvPicPr>
          <p:nvPr>
            <p:ph idx="1"/>
          </p:nvPr>
        </p:nvPicPr>
        <p:blipFill>
          <a:blip r:embed="rId2"/>
          <a:stretch>
            <a:fillRect/>
          </a:stretch>
        </p:blipFill>
        <p:spPr>
          <a:xfrm>
            <a:off x="8065523" y="1264555"/>
            <a:ext cx="3439089" cy="3778250"/>
          </a:xfrm>
          <a:prstGeom prst="rect">
            <a:avLst/>
          </a:prstGeom>
        </p:spPr>
      </p:pic>
      <p:sp>
        <p:nvSpPr>
          <p:cNvPr id="7" name="TextBox 6">
            <a:extLst>
              <a:ext uri="{FF2B5EF4-FFF2-40B4-BE49-F238E27FC236}">
                <a16:creationId xmlns:a16="http://schemas.microsoft.com/office/drawing/2014/main" id="{F90A50F7-CC83-F91B-74AF-38CE0BD1295A}"/>
              </a:ext>
            </a:extLst>
          </p:cNvPr>
          <p:cNvSpPr txBox="1"/>
          <p:nvPr/>
        </p:nvSpPr>
        <p:spPr>
          <a:xfrm>
            <a:off x="205740" y="1379743"/>
            <a:ext cx="6097384" cy="2308324"/>
          </a:xfrm>
          <a:prstGeom prst="rect">
            <a:avLst/>
          </a:prstGeom>
          <a:noFill/>
        </p:spPr>
        <p:txBody>
          <a:bodyPr wrap="square">
            <a:spAutoFit/>
          </a:bodyPr>
          <a:lstStyle/>
          <a:p>
            <a:pPr>
              <a:buNone/>
            </a:pPr>
            <a:r>
              <a:rPr lang="en-US" dirty="0"/>
              <a:t>This view stores all destinations that have received ratings of 4 stars or above. It can be reused by travel websites or administrators to quickly display highly recommended destinations without writing the join query repeatedly.</a:t>
            </a:r>
          </a:p>
          <a:p>
            <a:pPr>
              <a:buNone/>
            </a:pPr>
            <a:r>
              <a:rPr lang="en-US" dirty="0"/>
              <a:t>This is a practical example of why SQL views are used: to simplify frequently used queries and improve readability</a:t>
            </a:r>
            <a:r>
              <a:rPr lang="en-US" b="1" dirty="0"/>
              <a:t>.</a:t>
            </a:r>
            <a:endParaRPr lang="en-US" dirty="0"/>
          </a:p>
        </p:txBody>
      </p:sp>
      <p:pic>
        <p:nvPicPr>
          <p:cNvPr id="9" name="Picture 8">
            <a:extLst>
              <a:ext uri="{FF2B5EF4-FFF2-40B4-BE49-F238E27FC236}">
                <a16:creationId xmlns:a16="http://schemas.microsoft.com/office/drawing/2014/main" id="{8A23EBB9-23B2-88DB-8BCE-8ACBAF7DF7E1}"/>
              </a:ext>
            </a:extLst>
          </p:cNvPr>
          <p:cNvPicPr>
            <a:picLocks noChangeAspect="1"/>
          </p:cNvPicPr>
          <p:nvPr/>
        </p:nvPicPr>
        <p:blipFill>
          <a:blip r:embed="rId3"/>
          <a:stretch>
            <a:fillRect/>
          </a:stretch>
        </p:blipFill>
        <p:spPr>
          <a:xfrm>
            <a:off x="3857689" y="3889702"/>
            <a:ext cx="2514818" cy="1958510"/>
          </a:xfrm>
          <a:prstGeom prst="rect">
            <a:avLst/>
          </a:prstGeom>
        </p:spPr>
      </p:pic>
      <p:sp>
        <p:nvSpPr>
          <p:cNvPr id="10" name="TextBox 9">
            <a:extLst>
              <a:ext uri="{FF2B5EF4-FFF2-40B4-BE49-F238E27FC236}">
                <a16:creationId xmlns:a16="http://schemas.microsoft.com/office/drawing/2014/main" id="{FC74C233-FFE3-079B-FD17-5FF3A4028C3A}"/>
              </a:ext>
            </a:extLst>
          </p:cNvPr>
          <p:cNvSpPr txBox="1"/>
          <p:nvPr/>
        </p:nvSpPr>
        <p:spPr>
          <a:xfrm>
            <a:off x="1064029" y="3798916"/>
            <a:ext cx="1645920" cy="646331"/>
          </a:xfrm>
          <a:prstGeom prst="rect">
            <a:avLst/>
          </a:prstGeom>
          <a:noFill/>
        </p:spPr>
        <p:txBody>
          <a:bodyPr wrap="square" rtlCol="0">
            <a:spAutoFit/>
          </a:bodyPr>
          <a:lstStyle/>
          <a:p>
            <a:r>
              <a:rPr lang="en-IN" b="1" dirty="0"/>
              <a:t>Type of join- INNER JOIN</a:t>
            </a:r>
          </a:p>
        </p:txBody>
      </p:sp>
    </p:spTree>
    <p:extLst>
      <p:ext uri="{BB962C8B-B14F-4D97-AF65-F5344CB8AC3E}">
        <p14:creationId xmlns:p14="http://schemas.microsoft.com/office/powerpoint/2010/main" val="237982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C603CC-668E-163A-7A53-7B3D04396083}"/>
              </a:ext>
            </a:extLst>
          </p:cNvPr>
          <p:cNvPicPr>
            <a:picLocks noChangeAspect="1"/>
          </p:cNvPicPr>
          <p:nvPr/>
        </p:nvPicPr>
        <p:blipFill>
          <a:blip r:embed="rId2"/>
          <a:stretch>
            <a:fillRect/>
          </a:stretch>
        </p:blipFill>
        <p:spPr>
          <a:xfrm>
            <a:off x="3306686" y="2956820"/>
            <a:ext cx="3330229" cy="1958510"/>
          </a:xfrm>
          <a:prstGeom prst="rect">
            <a:avLst/>
          </a:prstGeom>
        </p:spPr>
      </p:pic>
      <p:pic>
        <p:nvPicPr>
          <p:cNvPr id="5" name="Picture 4">
            <a:extLst>
              <a:ext uri="{FF2B5EF4-FFF2-40B4-BE49-F238E27FC236}">
                <a16:creationId xmlns:a16="http://schemas.microsoft.com/office/drawing/2014/main" id="{80263464-B610-9869-E1EA-D5D11DA970F2}"/>
              </a:ext>
            </a:extLst>
          </p:cNvPr>
          <p:cNvPicPr>
            <a:picLocks noChangeAspect="1"/>
          </p:cNvPicPr>
          <p:nvPr/>
        </p:nvPicPr>
        <p:blipFill>
          <a:blip r:embed="rId3"/>
          <a:stretch>
            <a:fillRect/>
          </a:stretch>
        </p:blipFill>
        <p:spPr>
          <a:xfrm>
            <a:off x="7022659" y="2039127"/>
            <a:ext cx="4846740" cy="4244708"/>
          </a:xfrm>
          <a:prstGeom prst="rect">
            <a:avLst/>
          </a:prstGeom>
        </p:spPr>
      </p:pic>
      <p:sp>
        <p:nvSpPr>
          <p:cNvPr id="2" name="Title 1">
            <a:extLst>
              <a:ext uri="{FF2B5EF4-FFF2-40B4-BE49-F238E27FC236}">
                <a16:creationId xmlns:a16="http://schemas.microsoft.com/office/drawing/2014/main" id="{B7E1B250-B8E1-7D04-1913-B3D56E201FC3}"/>
              </a:ext>
            </a:extLst>
          </p:cNvPr>
          <p:cNvSpPr>
            <a:spLocks noGrp="1"/>
          </p:cNvSpPr>
          <p:nvPr>
            <p:ph type="ctrTitle"/>
          </p:nvPr>
        </p:nvSpPr>
        <p:spPr>
          <a:xfrm>
            <a:off x="419794" y="344978"/>
            <a:ext cx="5831378" cy="2262781"/>
          </a:xfrm>
        </p:spPr>
        <p:txBody>
          <a:bodyPr>
            <a:normAutofit fontScale="90000"/>
          </a:bodyPr>
          <a:lstStyle/>
          <a:p>
            <a:r>
              <a:rPr lang="en-IN" dirty="0"/>
              <a:t>Popular Destination Blogposts</a:t>
            </a:r>
          </a:p>
        </p:txBody>
      </p:sp>
    </p:spTree>
    <p:extLst>
      <p:ext uri="{BB962C8B-B14F-4D97-AF65-F5344CB8AC3E}">
        <p14:creationId xmlns:p14="http://schemas.microsoft.com/office/powerpoint/2010/main" val="3056207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9A2CD1-B5EA-B62D-4C50-D9555CF434DB}"/>
              </a:ext>
            </a:extLst>
          </p:cNvPr>
          <p:cNvPicPr>
            <a:picLocks noChangeAspect="1"/>
          </p:cNvPicPr>
          <p:nvPr/>
        </p:nvPicPr>
        <p:blipFill>
          <a:blip r:embed="rId2"/>
          <a:stretch>
            <a:fillRect/>
          </a:stretch>
        </p:blipFill>
        <p:spPr>
          <a:xfrm>
            <a:off x="6752475" y="2472853"/>
            <a:ext cx="5303980" cy="4206605"/>
          </a:xfrm>
          <a:prstGeom prst="rect">
            <a:avLst/>
          </a:prstGeom>
        </p:spPr>
      </p:pic>
      <p:pic>
        <p:nvPicPr>
          <p:cNvPr id="5" name="Picture 4">
            <a:extLst>
              <a:ext uri="{FF2B5EF4-FFF2-40B4-BE49-F238E27FC236}">
                <a16:creationId xmlns:a16="http://schemas.microsoft.com/office/drawing/2014/main" id="{44CB909E-7FFC-470A-7D31-60C08BC8FDED}"/>
              </a:ext>
            </a:extLst>
          </p:cNvPr>
          <p:cNvPicPr>
            <a:picLocks noChangeAspect="1"/>
          </p:cNvPicPr>
          <p:nvPr/>
        </p:nvPicPr>
        <p:blipFill>
          <a:blip r:embed="rId3"/>
          <a:stretch>
            <a:fillRect/>
          </a:stretch>
        </p:blipFill>
        <p:spPr>
          <a:xfrm>
            <a:off x="4004845" y="3561614"/>
            <a:ext cx="2438611" cy="2377646"/>
          </a:xfrm>
          <a:prstGeom prst="rect">
            <a:avLst/>
          </a:prstGeom>
        </p:spPr>
      </p:pic>
      <p:sp>
        <p:nvSpPr>
          <p:cNvPr id="7" name="Rectangle 1">
            <a:extLst>
              <a:ext uri="{FF2B5EF4-FFF2-40B4-BE49-F238E27FC236}">
                <a16:creationId xmlns:a16="http://schemas.microsoft.com/office/drawing/2014/main" id="{2F21DF93-0CB1-18EF-D84D-B528EE46CA0B}"/>
              </a:ext>
            </a:extLst>
          </p:cNvPr>
          <p:cNvSpPr>
            <a:spLocks noChangeArrowheads="1"/>
          </p:cNvSpPr>
          <p:nvPr/>
        </p:nvSpPr>
        <p:spPr bwMode="auto">
          <a:xfrm>
            <a:off x="842772" y="1284030"/>
            <a:ext cx="529166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TravelPlanner</a:t>
            </a:r>
            <a:r>
              <a:rPr kumimoji="0" lang="en-US" altLang="en-US" sz="1800" b="0" i="0" u="none" strike="noStrike" cap="none" normalizeH="0" baseline="0" dirty="0">
                <a:ln>
                  <a:noFill/>
                </a:ln>
                <a:solidFill>
                  <a:schemeClr val="tx1"/>
                </a:solidFill>
                <a:effectLst/>
                <a:latin typeface="Arial" panose="020B0604020202020204" pitchFamily="34" charset="0"/>
              </a:rPr>
              <a:t> is a view that combines destinations, their attractions, and festivals into a single table. It provides tourists with a quick overview to help them plan their visit more easily.</a:t>
            </a:r>
          </a:p>
        </p:txBody>
      </p:sp>
      <p:sp>
        <p:nvSpPr>
          <p:cNvPr id="2" name="Title 1">
            <a:extLst>
              <a:ext uri="{FF2B5EF4-FFF2-40B4-BE49-F238E27FC236}">
                <a16:creationId xmlns:a16="http://schemas.microsoft.com/office/drawing/2014/main" id="{FCC87111-2614-C1E6-FACE-3562AD1AFDBA}"/>
              </a:ext>
            </a:extLst>
          </p:cNvPr>
          <p:cNvSpPr>
            <a:spLocks noGrp="1"/>
          </p:cNvSpPr>
          <p:nvPr>
            <p:ph type="ctrTitle"/>
          </p:nvPr>
        </p:nvSpPr>
        <p:spPr>
          <a:xfrm>
            <a:off x="379510" y="365760"/>
            <a:ext cx="8915399" cy="840112"/>
          </a:xfrm>
        </p:spPr>
        <p:txBody>
          <a:bodyPr>
            <a:normAutofit fontScale="90000"/>
          </a:bodyPr>
          <a:lstStyle/>
          <a:p>
            <a:r>
              <a:rPr lang="en-IN" dirty="0"/>
              <a:t>Travel Planner</a:t>
            </a:r>
          </a:p>
        </p:txBody>
      </p:sp>
    </p:spTree>
    <p:extLst>
      <p:ext uri="{BB962C8B-B14F-4D97-AF65-F5344CB8AC3E}">
        <p14:creationId xmlns:p14="http://schemas.microsoft.com/office/powerpoint/2010/main" val="1947465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9788-2E84-D43F-C56D-C2DB3B809DAE}"/>
              </a:ext>
            </a:extLst>
          </p:cNvPr>
          <p:cNvSpPr>
            <a:spLocks noGrp="1"/>
          </p:cNvSpPr>
          <p:nvPr>
            <p:ph type="title"/>
          </p:nvPr>
        </p:nvSpPr>
        <p:spPr>
          <a:xfrm>
            <a:off x="3101972" y="1972143"/>
            <a:ext cx="8911687" cy="1280890"/>
          </a:xfrm>
        </p:spPr>
        <p:txBody>
          <a:bodyPr>
            <a:noAutofit/>
          </a:bodyPr>
          <a:lstStyle/>
          <a:p>
            <a:r>
              <a:rPr lang="en-IN" sz="8800" dirty="0"/>
              <a:t>THANKYOU</a:t>
            </a:r>
          </a:p>
        </p:txBody>
      </p:sp>
    </p:spTree>
    <p:extLst>
      <p:ext uri="{BB962C8B-B14F-4D97-AF65-F5344CB8AC3E}">
        <p14:creationId xmlns:p14="http://schemas.microsoft.com/office/powerpoint/2010/main" val="410577198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2433</TotalTime>
  <Words>549</Words>
  <Application>Microsoft Office PowerPoint</Application>
  <PresentationFormat>Widescreen</PresentationFormat>
  <Paragraphs>44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Century Gothic</vt:lpstr>
      <vt:lpstr>Wingdings 3</vt:lpstr>
      <vt:lpstr>Wisp</vt:lpstr>
      <vt:lpstr>EXPLORE MAHARASHTRA</vt:lpstr>
      <vt:lpstr>ER DIAGRAM</vt:lpstr>
      <vt:lpstr>Destinations- table structure</vt:lpstr>
      <vt:lpstr>Festivals-table structure</vt:lpstr>
      <vt:lpstr>Attractions-table structure</vt:lpstr>
      <vt:lpstr>Blogposts- table structure</vt:lpstr>
      <vt:lpstr>Reviews-table structure</vt:lpstr>
      <vt:lpstr>Hotels-table structure</vt:lpstr>
      <vt:lpstr>Users-table structure</vt:lpstr>
      <vt:lpstr>JOINS</vt:lpstr>
      <vt:lpstr>Destination with festivals</vt:lpstr>
      <vt:lpstr>Destinations with the attractions</vt:lpstr>
      <vt:lpstr>Destinations along with the reviews</vt:lpstr>
      <vt:lpstr>Budget friendly stay finder</vt:lpstr>
      <vt:lpstr>Destinations in the same region</vt:lpstr>
      <vt:lpstr>Destinations with the hotels available there</vt:lpstr>
      <vt:lpstr>SUBQUERIES</vt:lpstr>
      <vt:lpstr>Showing hotels less than the average price of the hotels we have listed  </vt:lpstr>
      <vt:lpstr>Festivals celebrated in the same month</vt:lpstr>
      <vt:lpstr>Hotels with 5 star rating</vt:lpstr>
      <vt:lpstr>Latest Blogpost shared on the website</vt:lpstr>
      <vt:lpstr>Destinations with Multiple Blogposts</vt:lpstr>
      <vt:lpstr>VIEWS</vt:lpstr>
      <vt:lpstr>Views- top rated destinations</vt:lpstr>
      <vt:lpstr>Popular Destination Blogposts</vt:lpstr>
      <vt:lpstr>Travel Planner</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Shimpi</dc:creator>
  <cp:lastModifiedBy>Shreya Shimpi</cp:lastModifiedBy>
  <cp:revision>1</cp:revision>
  <dcterms:created xsi:type="dcterms:W3CDTF">2026-08-04T10:48:51Z</dcterms:created>
  <dcterms:modified xsi:type="dcterms:W3CDTF">2026-09-07T06:49:18Z</dcterms:modified>
</cp:coreProperties>
</file>